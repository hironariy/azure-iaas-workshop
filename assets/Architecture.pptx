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56"/>
    <p:restoredTop sz="94634"/>
  </p:normalViewPr>
  <p:slideViewPr>
    <p:cSldViewPr snapToGrid="0">
      <p:cViewPr varScale="1">
        <p:scale>
          <a:sx n="117" d="100"/>
          <a:sy n="117" d="100"/>
        </p:scale>
        <p:origin x="880" y="4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5:24.116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24575,'50'0'0,"1"0"0,11-1 0,3 2 0,7 6 0,2 5 0,15 8 0,-1 8-633,-19 6 1,0 5 632,13 4 0,5 5-832,-12-1 0,3 4 0,1-1 832,-2-3 0,1-2 0,6 5 0,-12-5 0,7 4 0,1 2 0,0 0 0,-6-5 0,-4-2 0,-4-3 0,0 0 0,2 1 0,13 6 0,4 2 0,-1-1 0,-8-4-75,-7-3 0,-6-3 1,2-1 74,3-3 0,2-2 0,-2 2 0,-5 3 0,-1 2 0,2-1 0,5-2 0,1 0 0,-4-1 0,6 9 0,-1 2-183,-5-5 1,4 4 0,-8-4 182,-13-6 0,-1 1 0,5 3 0,5 3 0,-8-5 517,26 24-517,-21-16 0,-3 1 2105,8 11-2105,-20-19 0,1 3 615,-6-1 1,-2 0-616,26 26 339,-20-19 1,-3-1-340,7 10 0,16 21 0,-30-39 0,7 7 0,-13-14 0,0 2 0,-11-10 0,5 10 0,-13-21 0,8 16 0,-6-13 0,-1 3 0,0-5 0,2 3 0,-5-6 0,4 9 0,-6-9 0,0 2 0,0-8 0,0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5:27.59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0 151 24575,'49'19'0,"-24"-10"0,29 14 0,-23-7 0,-3-3 0,6 5 0,-11-7 0,-4 1 0,4 0 0,-10-4 0,12 3 0,-18-6 0,7-2 0,-9 4 0,-1-1 0,5-1 0,1 0 0,7-5 0,-5 3 0,1 1 0,-2 0 0,-2 0 0,6-4 0,-12 5 0,6-10 0,-9-4 0,0-34 0,0 6 0,9-29 0,-5 31 0,11-13 0,-7 17 0,0 6 0,-3 8 0,-3 6 0,-2 8 0,0-10 0,0 10 0,0-4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07.70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583 0 24575,'-12'51'0,"0"-1"0,1 0 0,-6 20 0,-1 7 0,7-25 0,0 2 0,-10 35 0,-3 7 0,8-28 0,0 0 0,-1-1-350,-5 16 0,0 0 350,5-14 0,0 2 0,2-7 0,1-10 0,0-1 0,0 11 0,-2 7 0,1-3 0,-4 5 0,1-3 0,3-7 0,1 3 0,-3 29 0,3-4 0,7 4 0,-3 2 0,-1 4 0,4-34 0,0-4 0,2 5 0,0 0 86,-2 0 1,1-3-87,5 29 0,1-34 0,0-2 0,0 17 0,0-21 0,0 1 0,0 22 527,0 13-527,0 2 0,0-2 0,0-14 0,0-24 0,0 1 0,-4 35 0,-1-24 0,0 0 0,2-12 0,0-1 0,-2 11 0,1 1 0,4-6 0,0-1 0,0-3 0,0-1 0,0 1 0,0-1 0,0 29 0,0-5 0,0-16 0,0-1 0,0-32 0,0 14 0,0-21 0,0-2 0,0-1 0,0-4 0,0-2 0,0 2 0,0-7 0,0 21 0,0-16 0,-9 15 0,-2-16 0,0-3 0,3-8 0,8-3 0,0-3 0,0 4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09.495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43 24575,'29'68'0,"-7"-13"0,22 11 0,-19-11 0,-11-29 0,2 16 0,-10-21 0,7 6 0,-6-3 0,-2-11 0,0-11 0,19-30 0,4-2 0,35-39 0,-12 26 0,18-18 0,-8 14 0,-3 2 0,-12 11 0,-7 4 0,-22 18 0,4-5 0,-10 11 0,-1 1 0,-5 2 0,-4-2 0,-1 3 0,0-3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43.29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936 0 24575,'0'59'0,"0"0"0,0 6 0,0-4 0,0 2 0,0 12 0,0 0 0,0-17 0,0-1 0,0 11 0,0 5 0,0 25 0,0 2 0,1-23 0,-2 0 0,-3 17 0,-3-2 0,0-29 0,-2-5 0,0-5 0,-2 1 0,-7 25 0,0-4 0,-5 8 0,7-24 0,-2 1 0,-15 22 0,3-10 0,-10-2 0,5-21 0,4 6 0,-1-14 0,4 5 0,-5-11 0,-8 2 0,1 8 0,1-8 0,-31 29 0,30-33 0,-1-4 0,-1 1 0,0 10 0,-3-6 0,6 6 0,15-23 0,0 4 0,7-8 0,8-5 0,3 3 0,1-4 0,2-3 0,-1 1 0,1-5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45.02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3596 0 24575,'-46'0'0,"8"0"0,-17 4 0,16 0 0,5 7 0,-3 9 0,-19-4 0,-8 21 0,17-15 0,-1 1 0,-29 24 0,26-17 0,2 0 0,-2 2 0,-33 17 0,36-18 0,-35 16 0,22-10 0,-10-4 0,11 0 0,4-6 0,1-2 0,-1 5 0,0-1 0,2 0 0,2 2 0,-19 12 0,23-20 0,-1 2 0,4 1 0,-1 2 0,-11 5 0,-1 0 0,7 0 0,2 0 0,7-3 0,1 2 0,-15 10 0,3-2 0,-1 6 0,-18 20 0,0 1 0,10-16 0,-5 13 0,-2 2 0,-4 0 0,7-9 0,-2 3 0,16-16 0,1-1 0,-11 7 0,0-3 0,17-16 0,2-2 0,-35 28 0,14-16 0,-4 8 0,17-19 0,4 4 0,17-15 0,-11 27 0,12-17 0,-15 21 0,13-20 0,6 0 0,-3 8 0,14-15 0,-5 6 0,11-24 0,5 3 0,0-6 0,3 3 0,0-4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46.97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1 24575,'0'74'0,"0"-4"0,0 5 0,0-11 0,0-23 0,0 4 0,0-32 0,0 9 0,0-18 0,0 7 0,0-9 0,0 10 0,0-8 0,0 7 0,0 0 0,0-3 0,0 7 0,0-9 0,0 3 0,3-5 0,7-6 0,21-9 0,1-2 0,14-15 0,-16 12 0,-7-4 0,-9 11 0,1-1 0,-3 6 0,-1-2 0,-5 0 0,-6-2 0,6-1 0,2-4 0,1 7 0,4-5 0,-1 8 0,1-1 0,-3 4 0,-5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49.278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2287 0 24575,'0'55'0,"0"-12"0,0 33 0,0 11 0,0-26 0,0 4-431,0 16 0,0 11 0,0-9 431,0-6 0,0-3 0,0 18 0,0-2 137,0-32 1,0-1-138,0 19 0,0 1 124,0-18 1,0-2-125,0 8 0,0 0 0,1-6 0,-2-2 0,-6-6 0,0-1 326,5 12 1,-1 0-327,-18 32 58,17-37 0,1 1-58,-13 34 0,8-24 0,-9 26 0,4-29 0,0 21 0,-6-11 0,2-7 0,-10-5 0,2 10 0,-7-13 0,2 8 0,2-16 0,-15 26 0,6-20 0,8-15 0,-2-1 0,-10 17 0,-21 17 0,24-27 0,-6 5 0,0-1 0,10-9 0,-12 10 0,1-4 0,15-20 0,-5 8 0,-3 2 0,-13 8 0,-7 19 0,10-16 0,1-3 0,9-5 0,-14-4 0,5-3 0,-6 14 0,-22 7 0,25-12 0,9-18 0,-3 2 0,-3 4 0,2 0 0,-19 8 0,14-4 0,4-2 0,7-6 0,-19 11 0,13-5 0,3 0 0,8-10 0,-2 8 0,5-12 0,-6 9 0,2-8 0,0-1 0,3-5 0,3 0 0,3-1 0,12-6 0,-2-2 0,14 0 0,-8-3 0,7 3 0,-7-5 0,7-2 0,-1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53.91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269 1 24575,'0'3'0,"-1"1"0,-26 74 0,13-44 0,-28 56 0,21-46 0,-11 13 0,-3 21 0,-5-1 0,9 3 0,10-29 0,17-6 0,4-29 0,0 7 0,0-10 0,0 2 0,0 0 0,0-6 0,0 0 0,0-2 0,11-3 0,21-5 0,-7-3 0,58-29 0,-31 17 0,21-15 0,-24 18 0,-1 1 0,10-9 0,23-6 0,-35 11 0,-26 5 0,1 10 0,-9-3 0,3 4 0,-1 0 0,1 0 0,-6 0 0,5 0 0,-8-5 0,7 3 0,-8-3 0,0 4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56.64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2135 0 24575,'0'71'0,"0"0"0,0-19 0,0 0 0,0 10 0,0-2 0,0 28 0,0-5 0,0-21 0,0 3 0,0-6 0,0 2 0,-1 20 0,2 5-323,5 14 1,2-2 322,-2-21 0,3 1 0,2-7 0,3 3 0,0-7 0,-2-9 0,1-2 0,5 17 0,-1 7 0,-1 18 0,-3-3 0,-4-40 0,0-1-58,1 11 1,0 7 0,0-9 57,8 34 0,-6-32 0,1 2 0,0-6 0,-2 0 0,-4-3 0,-2-1 0,6 35 319,-10-39 1,-2 0-320,1 30 89,0-29 0,0 0-89,0 36 0,0-7 0,0 8 0,0-38 0,0 26 0,0-22 0,0-16 0,0 22 0,0-23 0,0 9 0,0-10 0,0-7 0,0 1 0,0-5 0,0-2 0,0-9 0,-8 13 0,5-16 0,-8 24 0,6-19 0,-3 8 0,-4 5 0,-1-14 0,-7 13 0,-7-13 0,-14 7 0,-27 11 0,10 0 0,13-12 0,-2-2 0,-33 12 0,30-11 0,-2-2 0,-3-3 0,-1-1 0,2 4 0,1 0 0,-2-5 0,1-3 0,-40 15 0,19-8 0,0-1 0,-18 4 0,11-2 0,-2-1 0,32-8 0,1 0 0,-11 0 0,1 1 0,-33 8 0,2 1 0,47-11 0,-25 9 0,46-16 0,-39 17 0,24-16 0,-43 7 0,25-9 0,-18-3 0,25 2 0,5 1 0,15 0 0,9-1 0,7-2 0,2 0 0,4-5 0,3 0 0,5-1 0,0 3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13T04:18:58.40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512 0 24575,'-53'0'0,"9"5"0,-9 20 0,15-4 0,-42 20 0,33-15 0,-8 3 0,14-2 0,9-2 0,8-6 0,9 1 0,7-12 0,-5 4 0,11-5 0,-4 4 0,6-4 0,0 4 0,10-7 0,10 8 0,59 3 0,5 4 0,-32-7 0,2 0 0,2-1 0,-2 1 0,14 5 0,5 2 0,-30-3 0,-21-4 0,0 1 0,-10-8 0,-2 0 0,-4-5 0,-4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47B6492-0509-833D-F625-0EF837610C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A5C6B9A-C034-21F5-775A-C1E11336A98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BEEC4E7-2DD1-D887-2048-81D98F16A4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A1B281-055F-E612-378A-B61299AE8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7E1BFDE-FE8B-D1B1-F737-98EDE3AD27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57323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1594A8-3BA5-0DBB-F92A-844E78B0D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21F85D9-C016-88E9-5BFE-44B966E610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F135EF8-5693-213E-03BF-A6E1D6A83F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264AADB-C3AE-17F9-CB46-04FDB6056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DD92A3D-B53C-5E6C-8A4F-BB63A72D5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19711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5D16DD-E48D-15C9-5137-90ED269365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836CD35-7F68-6659-3563-5ADFB57073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6BB1895-5DF2-6EBC-31C2-D1BAA77B0E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1745D13-9385-C16E-D3E9-C92237A6BB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577F32F-A47E-F588-C571-3E56BB08D1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69656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FF744D-1A5E-F93A-D044-87538B596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4A561D-1FAA-7A7A-942B-F9143D964F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0C8F101-7F88-BBEC-6D10-8B21D6AF25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E630441-8B59-6526-7C0D-B4F4D55E1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53E6449-EBD8-BA00-EE52-00B7B3EAD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AE5638-6EC2-2AE2-49D2-C08B4A7AB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0873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E17DF10-D6D0-6EED-6280-C4CEC0884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0C0FB68-2E9A-A213-8C2A-FE132AFF3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3B671E4-9CB3-3AD4-BB27-38ECFED95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0E7AE65-48AB-AC7E-E330-12C6E88652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A6E087E-8266-A9C8-3A69-A5D9EFC526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324A60E-C82B-4F7D-946B-541C9EFE0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E9F660A-FC28-0E6F-2857-515A4C8ED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D90F84AC-F695-23D0-C789-E1B79C6BB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391176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8FF9244-7F4F-8E3C-B48C-44972C732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4DB29D0-0521-7BE2-D2E2-ACA90EF8A5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910D526-E904-8F9C-6BCA-3A050DDE1D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255578E-AC83-F7D1-CC94-FCC1CEFD6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17984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5E9DEFF-F002-04AA-16DF-AD64210F29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37C5422-87C5-47C6-CC9D-73F309EB0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753BA72-AE40-0251-7639-E40F306AF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7337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0D25CE-1359-449C-312D-7C853022A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120F96B-2A4F-08BB-737C-AE9EBA3DA1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6A25067-5F09-5F48-C142-A62C54FD60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AE94546-3ECD-D423-2A5E-56F9E19E8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1329A51-928C-D3AA-AE08-0EAD9C07C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402CE36-9D7A-CE0E-193B-C2597AB88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016085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A4D0D8A-4674-5EB4-8640-D0178DCF53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1CDB6A6-D16F-B9F0-2FFD-DE7F2F9AB5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18F8AEE2-CB85-AD9D-8937-54D47C0C40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FDAD22D-B44D-B4A3-57B1-179861C2E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6CB7AFA-3130-6E16-549D-51A812CE76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C7343A8-BD1C-588D-E014-1A12AD36B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07758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7FB526F-886D-4421-4826-D8332DCCC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34B2208-7AF6-F087-E913-6D24643B2B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B03D8A7-A333-200A-1B08-F76C3C91C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8C7CCD5-18E2-E08A-C4AD-752179D6DF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3AF554F-4F3F-926B-AC37-95A18EE949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37570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8912328-F3B5-E114-FCB3-844BF46EA8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38CE7E95-5D2C-6CCA-9644-E8B6117498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BDE3395-6265-9653-3A3B-8B93D9BEAC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CB0818-5DF7-A940-86F4-FFB7C80D4BAA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F40BC7E-8536-A3CE-4AC7-23E2F6718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FACD4F1-2C81-D066-C154-52FBE3E27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0321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02374D1-FD7B-2AC0-0864-AE0F0CB9EE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02F1965-8677-E8B3-AA3B-8F393248EE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B017A88-2FBE-E4BC-FA8B-D93C47DDC4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CB0818-5DF7-A940-86F4-FFB7C80D4BAA}" type="datetimeFigureOut">
              <a:rPr kumimoji="1" lang="ja-JP" altLang="en-US" smtClean="0"/>
              <a:t>2026/1/13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0AA7984-E16D-0E2C-FF4E-AAB27D1981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1879086-E785-D28F-7661-887FFB8DA35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E418A5-6EE4-F64A-BF3D-5F9F98F2A01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26079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2.svg"/><Relationship Id="rId18" Type="http://schemas.openxmlformats.org/officeDocument/2006/relationships/image" Target="../media/image17.png"/><Relationship Id="rId26" Type="http://schemas.openxmlformats.org/officeDocument/2006/relationships/image" Target="../media/image25.png"/><Relationship Id="rId39" Type="http://schemas.openxmlformats.org/officeDocument/2006/relationships/image" Target="../media/image33.png"/><Relationship Id="rId21" Type="http://schemas.openxmlformats.org/officeDocument/2006/relationships/image" Target="../media/image20.svg"/><Relationship Id="rId34" Type="http://schemas.openxmlformats.org/officeDocument/2006/relationships/customXml" Target="../ink/ink3.xml"/><Relationship Id="rId42" Type="http://schemas.openxmlformats.org/officeDocument/2006/relationships/customXml" Target="../ink/ink7.xml"/><Relationship Id="rId47" Type="http://schemas.openxmlformats.org/officeDocument/2006/relationships/image" Target="../media/image37.png"/><Relationship Id="rId50" Type="http://schemas.openxmlformats.org/officeDocument/2006/relationships/customXml" Target="../ink/ink11.xml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9" Type="http://schemas.openxmlformats.org/officeDocument/2006/relationships/image" Target="../media/image27.png"/><Relationship Id="rId11" Type="http://schemas.openxmlformats.org/officeDocument/2006/relationships/image" Target="../media/image10.svg"/><Relationship Id="rId24" Type="http://schemas.openxmlformats.org/officeDocument/2006/relationships/image" Target="../media/image23.png"/><Relationship Id="rId32" Type="http://schemas.openxmlformats.org/officeDocument/2006/relationships/image" Target="../media/image29.png"/><Relationship Id="rId37" Type="http://schemas.openxmlformats.org/officeDocument/2006/relationships/image" Target="../media/image32.png"/><Relationship Id="rId40" Type="http://schemas.openxmlformats.org/officeDocument/2006/relationships/customXml" Target="../ink/ink6.xml"/><Relationship Id="rId45" Type="http://schemas.openxmlformats.org/officeDocument/2006/relationships/image" Target="../media/image36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2.svg"/><Relationship Id="rId28" Type="http://schemas.openxmlformats.org/officeDocument/2006/relationships/customXml" Target="../ink/ink1.xml"/><Relationship Id="rId36" Type="http://schemas.openxmlformats.org/officeDocument/2006/relationships/customXml" Target="../ink/ink4.xml"/><Relationship Id="rId49" Type="http://schemas.openxmlformats.org/officeDocument/2006/relationships/image" Target="../media/image38.png"/><Relationship Id="rId10" Type="http://schemas.openxmlformats.org/officeDocument/2006/relationships/image" Target="../media/image9.png"/><Relationship Id="rId19" Type="http://schemas.openxmlformats.org/officeDocument/2006/relationships/image" Target="../media/image18.svg"/><Relationship Id="rId31" Type="http://schemas.openxmlformats.org/officeDocument/2006/relationships/image" Target="../media/image28.png"/><Relationship Id="rId44" Type="http://schemas.openxmlformats.org/officeDocument/2006/relationships/customXml" Target="../ink/ink8.xml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7" Type="http://schemas.openxmlformats.org/officeDocument/2006/relationships/image" Target="../media/image26.svg"/><Relationship Id="rId30" Type="http://schemas.openxmlformats.org/officeDocument/2006/relationships/customXml" Target="../ink/ink2.xml"/><Relationship Id="rId35" Type="http://schemas.openxmlformats.org/officeDocument/2006/relationships/image" Target="../media/image31.png"/><Relationship Id="rId43" Type="http://schemas.openxmlformats.org/officeDocument/2006/relationships/image" Target="../media/image35.png"/><Relationship Id="rId48" Type="http://schemas.openxmlformats.org/officeDocument/2006/relationships/customXml" Target="../ink/ink10.xml"/><Relationship Id="rId8" Type="http://schemas.openxmlformats.org/officeDocument/2006/relationships/image" Target="../media/image7.png"/><Relationship Id="rId51" Type="http://schemas.openxmlformats.org/officeDocument/2006/relationships/image" Target="../media/image39.png"/><Relationship Id="rId3" Type="http://schemas.openxmlformats.org/officeDocument/2006/relationships/image" Target="../media/image2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5" Type="http://schemas.openxmlformats.org/officeDocument/2006/relationships/image" Target="../media/image24.svg"/><Relationship Id="rId33" Type="http://schemas.openxmlformats.org/officeDocument/2006/relationships/image" Target="../media/image30.svg"/><Relationship Id="rId38" Type="http://schemas.openxmlformats.org/officeDocument/2006/relationships/customXml" Target="../ink/ink5.xml"/><Relationship Id="rId46" Type="http://schemas.openxmlformats.org/officeDocument/2006/relationships/customXml" Target="../ink/ink9.xml"/><Relationship Id="rId20" Type="http://schemas.openxmlformats.org/officeDocument/2006/relationships/image" Target="../media/image19.png"/><Relationship Id="rId41" Type="http://schemas.openxmlformats.org/officeDocument/2006/relationships/image" Target="../media/image3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C63FE4-92C6-0421-FFE7-F59515D30F63}"/>
              </a:ext>
            </a:extLst>
          </p:cNvPr>
          <p:cNvSpPr/>
          <p:nvPr/>
        </p:nvSpPr>
        <p:spPr>
          <a:xfrm>
            <a:off x="3767852" y="1981860"/>
            <a:ext cx="1482764" cy="4768676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BB35DFEB-CC58-687D-7C59-1120F88A5CBE}"/>
              </a:ext>
            </a:extLst>
          </p:cNvPr>
          <p:cNvSpPr/>
          <p:nvPr/>
        </p:nvSpPr>
        <p:spPr>
          <a:xfrm>
            <a:off x="5443805" y="1981860"/>
            <a:ext cx="1482764" cy="4768676"/>
          </a:xfrm>
          <a:prstGeom prst="rect">
            <a:avLst/>
          </a:prstGeom>
          <a:noFill/>
          <a:ln>
            <a:solidFill>
              <a:schemeClr val="bg2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D16C89A-A468-5155-C2CF-C21FBCE01CA4}"/>
              </a:ext>
            </a:extLst>
          </p:cNvPr>
          <p:cNvSpPr/>
          <p:nvPr/>
        </p:nvSpPr>
        <p:spPr>
          <a:xfrm>
            <a:off x="3228177" y="1874778"/>
            <a:ext cx="6629805" cy="4335331"/>
          </a:xfrm>
          <a:prstGeom prst="rect">
            <a:avLst/>
          </a:prstGeom>
          <a:noFill/>
          <a:ln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7C01BE7-7256-A4CF-AB36-93D41B044876}"/>
              </a:ext>
            </a:extLst>
          </p:cNvPr>
          <p:cNvSpPr txBox="1"/>
          <p:nvPr/>
        </p:nvSpPr>
        <p:spPr>
          <a:xfrm>
            <a:off x="3228178" y="1884061"/>
            <a:ext cx="433533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MS Backbone Network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D8BB825D-0FD4-BB03-B2E4-DA97FA5F50B3}"/>
              </a:ext>
            </a:extLst>
          </p:cNvPr>
          <p:cNvSpPr/>
          <p:nvPr/>
        </p:nvSpPr>
        <p:spPr>
          <a:xfrm>
            <a:off x="3389543" y="2357854"/>
            <a:ext cx="3797449" cy="3701648"/>
          </a:xfrm>
          <a:prstGeom prst="roundRect">
            <a:avLst>
              <a:gd name="adj" fmla="val 6786"/>
            </a:avLst>
          </a:prstGeom>
          <a:noFill/>
          <a:ln w="22225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A0753DC5-83C4-EA29-5C34-7B90FD25F1A4}"/>
              </a:ext>
            </a:extLst>
          </p:cNvPr>
          <p:cNvSpPr txBox="1"/>
          <p:nvPr/>
        </p:nvSpPr>
        <p:spPr>
          <a:xfrm>
            <a:off x="3808680" y="2452580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Virtual Network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" name="グラフィックス 9">
            <a:extLst>
              <a:ext uri="{FF2B5EF4-FFF2-40B4-BE49-F238E27FC236}">
                <a16:creationId xmlns:a16="http://schemas.microsoft.com/office/drawing/2014/main" id="{B65C5BC7-753F-D541-9D1C-B6F3F3765B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484980" y="2414180"/>
            <a:ext cx="323700" cy="323700"/>
          </a:xfrm>
          <a:prstGeom prst="rect">
            <a:avLst/>
          </a:prstGeom>
        </p:spPr>
      </p:pic>
      <p:pic>
        <p:nvPicPr>
          <p:cNvPr id="11" name="グラフィックス 10">
            <a:extLst>
              <a:ext uri="{FF2B5EF4-FFF2-40B4-BE49-F238E27FC236}">
                <a16:creationId xmlns:a16="http://schemas.microsoft.com/office/drawing/2014/main" id="{A32ECFE6-8936-8D51-ED15-284CE4010C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46352" y="3865760"/>
            <a:ext cx="344319" cy="344319"/>
          </a:xfrm>
          <a:prstGeom prst="rect">
            <a:avLst/>
          </a:prstGeom>
        </p:spPr>
      </p:pic>
      <p:sp>
        <p:nvSpPr>
          <p:cNvPr id="12" name="角丸四角形 11">
            <a:extLst>
              <a:ext uri="{FF2B5EF4-FFF2-40B4-BE49-F238E27FC236}">
                <a16:creationId xmlns:a16="http://schemas.microsoft.com/office/drawing/2014/main" id="{17C0B379-862E-8C26-0798-21DE28C065B5}"/>
              </a:ext>
            </a:extLst>
          </p:cNvPr>
          <p:cNvSpPr/>
          <p:nvPr/>
        </p:nvSpPr>
        <p:spPr>
          <a:xfrm>
            <a:off x="3484981" y="2832605"/>
            <a:ext cx="3594435" cy="850303"/>
          </a:xfrm>
          <a:prstGeom prst="roundRect">
            <a:avLst>
              <a:gd name="adj" fmla="val 6786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402A80E3-F3DB-44BE-E8F7-B0E281AC1557}"/>
              </a:ext>
            </a:extLst>
          </p:cNvPr>
          <p:cNvSpPr txBox="1"/>
          <p:nvPr/>
        </p:nvSpPr>
        <p:spPr>
          <a:xfrm>
            <a:off x="3853035" y="6269990"/>
            <a:ext cx="13123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Availability Zone</a:t>
            </a:r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 1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6B54C96-6B00-0017-5115-680DA69F2620}"/>
              </a:ext>
            </a:extLst>
          </p:cNvPr>
          <p:cNvSpPr txBox="1"/>
          <p:nvPr/>
        </p:nvSpPr>
        <p:spPr>
          <a:xfrm>
            <a:off x="7273072" y="4166897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Azure Backup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6" name="グラフィックス 15">
            <a:extLst>
              <a:ext uri="{FF2B5EF4-FFF2-40B4-BE49-F238E27FC236}">
                <a16:creationId xmlns:a16="http://schemas.microsoft.com/office/drawing/2014/main" id="{B1CA3562-C16E-9AC5-A844-C898B7CEE5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46333" y="4485983"/>
            <a:ext cx="344319" cy="344319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BA98A08-5F13-4FB3-97F5-2352D2BD684B}"/>
              </a:ext>
            </a:extLst>
          </p:cNvPr>
          <p:cNvSpPr txBox="1"/>
          <p:nvPr/>
        </p:nvSpPr>
        <p:spPr>
          <a:xfrm>
            <a:off x="7197750" y="4810869"/>
            <a:ext cx="14962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Azure Site Recovery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8" name="角丸四角形 17">
            <a:extLst>
              <a:ext uri="{FF2B5EF4-FFF2-40B4-BE49-F238E27FC236}">
                <a16:creationId xmlns:a16="http://schemas.microsoft.com/office/drawing/2014/main" id="{29A02755-CB74-9014-0504-25DB5D0D5E4E}"/>
              </a:ext>
            </a:extLst>
          </p:cNvPr>
          <p:cNvSpPr/>
          <p:nvPr/>
        </p:nvSpPr>
        <p:spPr>
          <a:xfrm>
            <a:off x="3484981" y="3885487"/>
            <a:ext cx="3594435" cy="850303"/>
          </a:xfrm>
          <a:prstGeom prst="roundRect">
            <a:avLst>
              <a:gd name="adj" fmla="val 6786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9" name="角丸四角形 18">
            <a:extLst>
              <a:ext uri="{FF2B5EF4-FFF2-40B4-BE49-F238E27FC236}">
                <a16:creationId xmlns:a16="http://schemas.microsoft.com/office/drawing/2014/main" id="{FF81484E-79CD-A0D2-35D4-F6A79D77732F}"/>
              </a:ext>
            </a:extLst>
          </p:cNvPr>
          <p:cNvSpPr/>
          <p:nvPr/>
        </p:nvSpPr>
        <p:spPr>
          <a:xfrm>
            <a:off x="3484980" y="4990800"/>
            <a:ext cx="3594435" cy="850303"/>
          </a:xfrm>
          <a:prstGeom prst="roundRect">
            <a:avLst>
              <a:gd name="adj" fmla="val 6786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3D18896-5DB8-2B6A-CAD0-35F9704A0720}"/>
              </a:ext>
            </a:extLst>
          </p:cNvPr>
          <p:cNvSpPr txBox="1"/>
          <p:nvPr/>
        </p:nvSpPr>
        <p:spPr>
          <a:xfrm>
            <a:off x="3494468" y="2863223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Subnet 1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5AFAFB6-0618-0712-45F1-78964A4F8C0C}"/>
              </a:ext>
            </a:extLst>
          </p:cNvPr>
          <p:cNvSpPr txBox="1"/>
          <p:nvPr/>
        </p:nvSpPr>
        <p:spPr>
          <a:xfrm>
            <a:off x="3484980" y="3921970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Subnet 2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ABD03C0-0797-58C7-4FD2-DA6DA7BC5174}"/>
              </a:ext>
            </a:extLst>
          </p:cNvPr>
          <p:cNvSpPr txBox="1"/>
          <p:nvPr/>
        </p:nvSpPr>
        <p:spPr>
          <a:xfrm>
            <a:off x="3484980" y="5032405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Subnet 3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3" name="グラフィックス 22">
            <a:extLst>
              <a:ext uri="{FF2B5EF4-FFF2-40B4-BE49-F238E27FC236}">
                <a16:creationId xmlns:a16="http://schemas.microsoft.com/office/drawing/2014/main" id="{D6645845-6C77-7A00-6EFC-86451B009C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20938" y="3124833"/>
            <a:ext cx="376591" cy="376591"/>
          </a:xfrm>
          <a:prstGeom prst="rect">
            <a:avLst/>
          </a:prstGeom>
        </p:spPr>
      </p:pic>
      <p:pic>
        <p:nvPicPr>
          <p:cNvPr id="24" name="グラフィックス 23">
            <a:extLst>
              <a:ext uri="{FF2B5EF4-FFF2-40B4-BE49-F238E27FC236}">
                <a16:creationId xmlns:a16="http://schemas.microsoft.com/office/drawing/2014/main" id="{41DC2483-17AE-7C29-418A-01DE2A1728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94909" y="3124883"/>
            <a:ext cx="376591" cy="376591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88E0DD02-6491-E5AB-8303-E4F42794468D}"/>
              </a:ext>
            </a:extLst>
          </p:cNvPr>
          <p:cNvSpPr txBox="1"/>
          <p:nvPr/>
        </p:nvSpPr>
        <p:spPr>
          <a:xfrm>
            <a:off x="3845865" y="3479819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Web VM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CD0784A4-4F99-5A70-2FB6-921EB6CB0738}"/>
              </a:ext>
            </a:extLst>
          </p:cNvPr>
          <p:cNvSpPr txBox="1"/>
          <p:nvPr/>
        </p:nvSpPr>
        <p:spPr>
          <a:xfrm>
            <a:off x="5497145" y="3479819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Web VM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27" name="グラフィックス 26">
            <a:extLst>
              <a:ext uri="{FF2B5EF4-FFF2-40B4-BE49-F238E27FC236}">
                <a16:creationId xmlns:a16="http://schemas.microsoft.com/office/drawing/2014/main" id="{1F4F8933-B2D5-9348-10E5-A2497E57268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320938" y="4183530"/>
            <a:ext cx="376591" cy="376591"/>
          </a:xfrm>
          <a:prstGeom prst="rect">
            <a:avLst/>
          </a:prstGeom>
        </p:spPr>
      </p:pic>
      <p:pic>
        <p:nvPicPr>
          <p:cNvPr id="28" name="グラフィックス 27">
            <a:extLst>
              <a:ext uri="{FF2B5EF4-FFF2-40B4-BE49-F238E27FC236}">
                <a16:creationId xmlns:a16="http://schemas.microsoft.com/office/drawing/2014/main" id="{ECA8D907-F703-C209-3D65-9EAF510B314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94909" y="4183580"/>
            <a:ext cx="376591" cy="376591"/>
          </a:xfrm>
          <a:prstGeom prst="rect">
            <a:avLst/>
          </a:prstGeom>
        </p:spPr>
      </p:pic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E30C7D28-8F87-E7F4-0F00-56F95CFFDFC9}"/>
              </a:ext>
            </a:extLst>
          </p:cNvPr>
          <p:cNvSpPr txBox="1"/>
          <p:nvPr/>
        </p:nvSpPr>
        <p:spPr>
          <a:xfrm>
            <a:off x="3845865" y="4538516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App</a:t>
            </a:r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 VM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905F516A-39D4-96AE-9F66-2F6EE9150EA1}"/>
              </a:ext>
            </a:extLst>
          </p:cNvPr>
          <p:cNvSpPr txBox="1"/>
          <p:nvPr/>
        </p:nvSpPr>
        <p:spPr>
          <a:xfrm>
            <a:off x="5497145" y="4538516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App</a:t>
            </a:r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 VM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1" name="グラフィックス 30">
            <a:extLst>
              <a:ext uri="{FF2B5EF4-FFF2-40B4-BE49-F238E27FC236}">
                <a16:creationId xmlns:a16="http://schemas.microsoft.com/office/drawing/2014/main" id="{BC1E1AAE-F468-53C9-D673-AC00258B506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299783" y="5284866"/>
            <a:ext cx="376591" cy="376591"/>
          </a:xfrm>
          <a:prstGeom prst="rect">
            <a:avLst/>
          </a:prstGeom>
        </p:spPr>
      </p:pic>
      <p:pic>
        <p:nvPicPr>
          <p:cNvPr id="32" name="グラフィックス 31">
            <a:extLst>
              <a:ext uri="{FF2B5EF4-FFF2-40B4-BE49-F238E27FC236}">
                <a16:creationId xmlns:a16="http://schemas.microsoft.com/office/drawing/2014/main" id="{6699E87A-F549-6AF0-2667-4E90282F2DF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973754" y="5284916"/>
            <a:ext cx="376591" cy="376591"/>
          </a:xfrm>
          <a:prstGeom prst="rect">
            <a:avLst/>
          </a:prstGeom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26026F8-7616-7644-16C5-6A5E8826FFEE}"/>
              </a:ext>
            </a:extLst>
          </p:cNvPr>
          <p:cNvSpPr txBox="1"/>
          <p:nvPr/>
        </p:nvSpPr>
        <p:spPr>
          <a:xfrm>
            <a:off x="3824710" y="5639852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DB </a:t>
            </a:r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VM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64BD4BEA-E256-767D-5C4F-ADB5EFA11659}"/>
              </a:ext>
            </a:extLst>
          </p:cNvPr>
          <p:cNvSpPr txBox="1"/>
          <p:nvPr/>
        </p:nvSpPr>
        <p:spPr>
          <a:xfrm>
            <a:off x="5475990" y="5639852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DB</a:t>
            </a:r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 VM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5" name="グラフィックス 34">
            <a:extLst>
              <a:ext uri="{FF2B5EF4-FFF2-40B4-BE49-F238E27FC236}">
                <a16:creationId xmlns:a16="http://schemas.microsoft.com/office/drawing/2014/main" id="{C242E2D7-3CB0-45AF-119D-D505A3EE04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915538" y="3176340"/>
            <a:ext cx="279755" cy="279755"/>
          </a:xfrm>
          <a:prstGeom prst="rect">
            <a:avLst/>
          </a:prstGeom>
        </p:spPr>
      </p:pic>
      <p:pic>
        <p:nvPicPr>
          <p:cNvPr id="36" name="グラフィックス 35">
            <a:extLst>
              <a:ext uri="{FF2B5EF4-FFF2-40B4-BE49-F238E27FC236}">
                <a16:creationId xmlns:a16="http://schemas.microsoft.com/office/drawing/2014/main" id="{9F791CA3-261E-529B-4134-5781ED93684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26620" y="3176340"/>
            <a:ext cx="279755" cy="279755"/>
          </a:xfrm>
          <a:prstGeom prst="rect">
            <a:avLst/>
          </a:prstGeom>
        </p:spPr>
      </p:pic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425115E8-31F8-DC86-6B24-0F96EABC6685}"/>
              </a:ext>
            </a:extLst>
          </p:cNvPr>
          <p:cNvSpPr txBox="1"/>
          <p:nvPr/>
        </p:nvSpPr>
        <p:spPr>
          <a:xfrm>
            <a:off x="4785176" y="3428034"/>
            <a:ext cx="541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Disk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3E32822-67E7-EFA9-99C7-6D04F1F9C3C7}"/>
              </a:ext>
            </a:extLst>
          </p:cNvPr>
          <p:cNvSpPr txBox="1"/>
          <p:nvPr/>
        </p:nvSpPr>
        <p:spPr>
          <a:xfrm>
            <a:off x="6486960" y="3419460"/>
            <a:ext cx="541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Disk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39" name="グラフィックス 38">
            <a:extLst>
              <a:ext uri="{FF2B5EF4-FFF2-40B4-BE49-F238E27FC236}">
                <a16:creationId xmlns:a16="http://schemas.microsoft.com/office/drawing/2014/main" id="{D3F91CC2-8171-922B-8309-36BE98E489A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98451" y="4222940"/>
            <a:ext cx="279755" cy="279755"/>
          </a:xfrm>
          <a:prstGeom prst="rect">
            <a:avLst/>
          </a:prstGeom>
        </p:spPr>
      </p:pic>
      <p:pic>
        <p:nvPicPr>
          <p:cNvPr id="40" name="グラフィックス 39">
            <a:extLst>
              <a:ext uri="{FF2B5EF4-FFF2-40B4-BE49-F238E27FC236}">
                <a16:creationId xmlns:a16="http://schemas.microsoft.com/office/drawing/2014/main" id="{28EFC3D8-00EB-39B4-6711-4ED2079C5E1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09533" y="4222940"/>
            <a:ext cx="279755" cy="279755"/>
          </a:xfrm>
          <a:prstGeom prst="rect">
            <a:avLst/>
          </a:prstGeom>
        </p:spPr>
      </p:pic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B4B5690A-7415-8185-314B-A722D4D9B114}"/>
              </a:ext>
            </a:extLst>
          </p:cNvPr>
          <p:cNvSpPr txBox="1"/>
          <p:nvPr/>
        </p:nvSpPr>
        <p:spPr>
          <a:xfrm>
            <a:off x="4768089" y="4474634"/>
            <a:ext cx="541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Disk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232C1797-7672-E8E9-4D7A-0288615DDD09}"/>
              </a:ext>
            </a:extLst>
          </p:cNvPr>
          <p:cNvSpPr txBox="1"/>
          <p:nvPr/>
        </p:nvSpPr>
        <p:spPr>
          <a:xfrm>
            <a:off x="6469873" y="4466060"/>
            <a:ext cx="541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Disk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3" name="グラフィックス 42">
            <a:extLst>
              <a:ext uri="{FF2B5EF4-FFF2-40B4-BE49-F238E27FC236}">
                <a16:creationId xmlns:a16="http://schemas.microsoft.com/office/drawing/2014/main" id="{0243BA06-8FB4-1E18-7F17-46E759DBF84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4898451" y="5385961"/>
            <a:ext cx="279755" cy="279755"/>
          </a:xfrm>
          <a:prstGeom prst="rect">
            <a:avLst/>
          </a:prstGeom>
        </p:spPr>
      </p:pic>
      <p:pic>
        <p:nvPicPr>
          <p:cNvPr id="44" name="グラフィックス 43">
            <a:extLst>
              <a:ext uri="{FF2B5EF4-FFF2-40B4-BE49-F238E27FC236}">
                <a16:creationId xmlns:a16="http://schemas.microsoft.com/office/drawing/2014/main" id="{928DC3E5-4F41-9FA4-8721-FBBCAA72229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609533" y="5385961"/>
            <a:ext cx="279755" cy="279755"/>
          </a:xfrm>
          <a:prstGeom prst="rect">
            <a:avLst/>
          </a:prstGeom>
        </p:spPr>
      </p:pic>
      <p:sp>
        <p:nvSpPr>
          <p:cNvPr id="45" name="テキスト ボックス 44">
            <a:extLst>
              <a:ext uri="{FF2B5EF4-FFF2-40B4-BE49-F238E27FC236}">
                <a16:creationId xmlns:a16="http://schemas.microsoft.com/office/drawing/2014/main" id="{1D7A27D4-2744-F56C-76DD-CEB84012FF03}"/>
              </a:ext>
            </a:extLst>
          </p:cNvPr>
          <p:cNvSpPr txBox="1"/>
          <p:nvPr/>
        </p:nvSpPr>
        <p:spPr>
          <a:xfrm>
            <a:off x="4768089" y="5637655"/>
            <a:ext cx="541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Disk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D9050256-FB7B-F538-AE8D-4C0F3F6C9942}"/>
              </a:ext>
            </a:extLst>
          </p:cNvPr>
          <p:cNvSpPr txBox="1"/>
          <p:nvPr/>
        </p:nvSpPr>
        <p:spPr>
          <a:xfrm>
            <a:off x="6469873" y="5629081"/>
            <a:ext cx="54160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Disk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BD600033-EE0A-B497-686E-DC95DCA81467}"/>
              </a:ext>
            </a:extLst>
          </p:cNvPr>
          <p:cNvSpPr txBox="1"/>
          <p:nvPr/>
        </p:nvSpPr>
        <p:spPr>
          <a:xfrm>
            <a:off x="5492897" y="2450537"/>
            <a:ext cx="137732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Application Gateway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49" name="グラフィックス 48">
            <a:extLst>
              <a:ext uri="{FF2B5EF4-FFF2-40B4-BE49-F238E27FC236}">
                <a16:creationId xmlns:a16="http://schemas.microsoft.com/office/drawing/2014/main" id="{990B26FC-A186-24FA-28F7-9C391D80F70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5221462" y="3761579"/>
            <a:ext cx="279755" cy="279755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74F9779E-49A4-35C0-155C-B36EB3A59B63}"/>
              </a:ext>
            </a:extLst>
          </p:cNvPr>
          <p:cNvSpPr txBox="1"/>
          <p:nvPr/>
        </p:nvSpPr>
        <p:spPr>
          <a:xfrm>
            <a:off x="5424542" y="3646255"/>
            <a:ext cx="39850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LB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3" name="グラフィックス 52">
            <a:extLst>
              <a:ext uri="{FF2B5EF4-FFF2-40B4-BE49-F238E27FC236}">
                <a16:creationId xmlns:a16="http://schemas.microsoft.com/office/drawing/2014/main" id="{671433FD-1629-B690-6B1E-086BBBE7D7D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789392" y="2648295"/>
            <a:ext cx="279755" cy="279755"/>
          </a:xfrm>
          <a:prstGeom prst="rect">
            <a:avLst/>
          </a:prstGeom>
        </p:spPr>
      </p:pic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A9D95E10-AFCE-BE8E-2FE3-668136021A59}"/>
              </a:ext>
            </a:extLst>
          </p:cNvPr>
          <p:cNvSpPr txBox="1"/>
          <p:nvPr/>
        </p:nvSpPr>
        <p:spPr>
          <a:xfrm>
            <a:off x="7297967" y="2939942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Azure Monitor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5" name="グラフィックス 54">
            <a:extLst>
              <a:ext uri="{FF2B5EF4-FFF2-40B4-BE49-F238E27FC236}">
                <a16:creationId xmlns:a16="http://schemas.microsoft.com/office/drawing/2014/main" id="{DFCB8C48-E181-2860-A212-2923D71C0516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7814287" y="3245800"/>
            <a:ext cx="279755" cy="279755"/>
          </a:xfrm>
          <a:prstGeom prst="rect">
            <a:avLst/>
          </a:prstGeom>
        </p:spPr>
      </p:pic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4925FF2E-805F-966D-CD55-0BAC313BB0D8}"/>
              </a:ext>
            </a:extLst>
          </p:cNvPr>
          <p:cNvSpPr txBox="1"/>
          <p:nvPr/>
        </p:nvSpPr>
        <p:spPr>
          <a:xfrm>
            <a:off x="7286502" y="3545267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Log Analytics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7" name="グラフィックス 56">
            <a:extLst>
              <a:ext uri="{FF2B5EF4-FFF2-40B4-BE49-F238E27FC236}">
                <a16:creationId xmlns:a16="http://schemas.microsoft.com/office/drawing/2014/main" id="{9F554D9C-1EB3-D722-940A-B0D6C15BD87B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7767875" y="5120665"/>
            <a:ext cx="279755" cy="279755"/>
          </a:xfrm>
          <a:prstGeom prst="rect">
            <a:avLst/>
          </a:prstGeom>
        </p:spPr>
      </p:pic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288C3622-AB48-C722-0D4C-E1FF81C03303}"/>
              </a:ext>
            </a:extLst>
          </p:cNvPr>
          <p:cNvSpPr txBox="1"/>
          <p:nvPr/>
        </p:nvSpPr>
        <p:spPr>
          <a:xfrm>
            <a:off x="7221856" y="5414306"/>
            <a:ext cx="14962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Entra ID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9" name="グラフィックス 58">
            <a:extLst>
              <a:ext uri="{FF2B5EF4-FFF2-40B4-BE49-F238E27FC236}">
                <a16:creationId xmlns:a16="http://schemas.microsoft.com/office/drawing/2014/main" id="{66AFFDA1-87B5-961A-AE4B-F3A57ABDE198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789392" y="5726120"/>
            <a:ext cx="249843" cy="249843"/>
          </a:xfrm>
          <a:prstGeom prst="rect">
            <a:avLst/>
          </a:prstGeom>
        </p:spPr>
      </p:pic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D6DFEF69-8954-D5D8-0C58-CB8732163970}"/>
              </a:ext>
            </a:extLst>
          </p:cNvPr>
          <p:cNvSpPr txBox="1"/>
          <p:nvPr/>
        </p:nvSpPr>
        <p:spPr>
          <a:xfrm>
            <a:off x="7177972" y="5954942"/>
            <a:ext cx="14962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Key Vault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6F6CCF43-8814-B195-1AE3-91F75BC6BAC4}"/>
              </a:ext>
            </a:extLst>
          </p:cNvPr>
          <p:cNvSpPr txBox="1"/>
          <p:nvPr/>
        </p:nvSpPr>
        <p:spPr>
          <a:xfrm>
            <a:off x="5533487" y="6269990"/>
            <a:ext cx="131239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Availability Zone</a:t>
            </a:r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2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65" name="グラフィックス 64">
            <a:extLst>
              <a:ext uri="{FF2B5EF4-FFF2-40B4-BE49-F238E27FC236}">
                <a16:creationId xmlns:a16="http://schemas.microsoft.com/office/drawing/2014/main" id="{F1414F43-B109-1533-9EFA-F6368FAF1B4C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5186665" y="2606599"/>
            <a:ext cx="344318" cy="344318"/>
          </a:xfrm>
          <a:prstGeom prst="rect">
            <a:avLst/>
          </a:prstGeom>
        </p:spPr>
      </p:pic>
      <p:pic>
        <p:nvPicPr>
          <p:cNvPr id="67" name="グラフィックス 66">
            <a:extLst>
              <a:ext uri="{FF2B5EF4-FFF2-40B4-BE49-F238E27FC236}">
                <a16:creationId xmlns:a16="http://schemas.microsoft.com/office/drawing/2014/main" id="{C51B79E2-C0A3-364C-355A-9607F495F7DB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753917" y="1981860"/>
            <a:ext cx="344319" cy="344319"/>
          </a:xfrm>
          <a:prstGeom prst="rect">
            <a:avLst/>
          </a:prstGeom>
        </p:spPr>
      </p:pic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D972C691-6BB9-0346-494D-F5E0350B242F}"/>
              </a:ext>
            </a:extLst>
          </p:cNvPr>
          <p:cNvSpPr txBox="1"/>
          <p:nvPr/>
        </p:nvSpPr>
        <p:spPr>
          <a:xfrm>
            <a:off x="7286502" y="2315347"/>
            <a:ext cx="131239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Bastion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70" name="グラフィックス 69">
            <a:extLst>
              <a:ext uri="{FF2B5EF4-FFF2-40B4-BE49-F238E27FC236}">
                <a16:creationId xmlns:a16="http://schemas.microsoft.com/office/drawing/2014/main" id="{FA442354-5208-5FFA-1D32-BD19F9E26EA8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5225999" y="2168558"/>
            <a:ext cx="258238" cy="258238"/>
          </a:xfrm>
          <a:prstGeom prst="rect">
            <a:avLst/>
          </a:prstGeom>
        </p:spPr>
      </p:pic>
      <p:cxnSp>
        <p:nvCxnSpPr>
          <p:cNvPr id="72" name="直線コネクタ 71">
            <a:extLst>
              <a:ext uri="{FF2B5EF4-FFF2-40B4-BE49-F238E27FC236}">
                <a16:creationId xmlns:a16="http://schemas.microsoft.com/office/drawing/2014/main" id="{00F4AA36-02A8-9E6D-D03A-BF855093B053}"/>
              </a:ext>
            </a:extLst>
          </p:cNvPr>
          <p:cNvCxnSpPr>
            <a:stCxn id="70" idx="2"/>
            <a:endCxn id="65" idx="0"/>
          </p:cNvCxnSpPr>
          <p:nvPr/>
        </p:nvCxnSpPr>
        <p:spPr>
          <a:xfrm>
            <a:off x="5355118" y="2426796"/>
            <a:ext cx="3706" cy="1798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テキスト ボックス 72">
            <a:extLst>
              <a:ext uri="{FF2B5EF4-FFF2-40B4-BE49-F238E27FC236}">
                <a16:creationId xmlns:a16="http://schemas.microsoft.com/office/drawing/2014/main" id="{2A9C52A9-76A2-D297-CF80-4B65500A6370}"/>
              </a:ext>
            </a:extLst>
          </p:cNvPr>
          <p:cNvSpPr txBox="1"/>
          <p:nvPr/>
        </p:nvSpPr>
        <p:spPr>
          <a:xfrm>
            <a:off x="5455620" y="1915172"/>
            <a:ext cx="13773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Public IP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4" name="円/楕円 73">
            <a:extLst>
              <a:ext uri="{FF2B5EF4-FFF2-40B4-BE49-F238E27FC236}">
                <a16:creationId xmlns:a16="http://schemas.microsoft.com/office/drawing/2014/main" id="{0C601FE9-45D4-E6C7-B868-3BB494B5E4CD}"/>
              </a:ext>
            </a:extLst>
          </p:cNvPr>
          <p:cNvSpPr/>
          <p:nvPr/>
        </p:nvSpPr>
        <p:spPr>
          <a:xfrm>
            <a:off x="3106454" y="1064712"/>
            <a:ext cx="6751529" cy="663880"/>
          </a:xfrm>
          <a:prstGeom prst="ellipse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solidFill>
                  <a:schemeClr val="tx1"/>
                </a:solidFill>
              </a:rPr>
              <a:t>Internet</a:t>
            </a:r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75" name="角丸四角形 74">
            <a:extLst>
              <a:ext uri="{FF2B5EF4-FFF2-40B4-BE49-F238E27FC236}">
                <a16:creationId xmlns:a16="http://schemas.microsoft.com/office/drawing/2014/main" id="{9AF5E565-1661-2CC3-59D2-3E3E04916F95}"/>
              </a:ext>
            </a:extLst>
          </p:cNvPr>
          <p:cNvSpPr/>
          <p:nvPr/>
        </p:nvSpPr>
        <p:spPr>
          <a:xfrm>
            <a:off x="8717947" y="3124833"/>
            <a:ext cx="959453" cy="186596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Azure</a:t>
            </a:r>
          </a:p>
          <a:p>
            <a:pPr algn="ctr"/>
            <a:r>
              <a:rPr lang="en-US" altLang="ja-JP" sz="1200" dirty="0">
                <a:solidFill>
                  <a:schemeClr val="tx1"/>
                </a:solidFill>
              </a:rPr>
              <a:t>Resource</a:t>
            </a:r>
          </a:p>
          <a:p>
            <a:pPr algn="ctr"/>
            <a:r>
              <a:rPr kumimoji="1" lang="en-US" altLang="ja-JP" sz="1200" dirty="0">
                <a:solidFill>
                  <a:schemeClr val="tx1"/>
                </a:solidFill>
              </a:rPr>
              <a:t>Manager</a:t>
            </a:r>
            <a:endParaRPr kumimoji="1" lang="ja-JP" altLang="en-US" sz="1200">
              <a:solidFill>
                <a:schemeClr val="tx1"/>
              </a:solidFill>
            </a:endParaRPr>
          </a:p>
        </p:txBody>
      </p:sp>
      <p:pic>
        <p:nvPicPr>
          <p:cNvPr id="77" name="グラフィックス 76" descr="ユーザー 単色塗りつぶし">
            <a:extLst>
              <a:ext uri="{FF2B5EF4-FFF2-40B4-BE49-F238E27FC236}">
                <a16:creationId xmlns:a16="http://schemas.microsoft.com/office/drawing/2014/main" id="{16290A3B-48B1-5EC3-DE09-B1DC42E86680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3037268" y="0"/>
            <a:ext cx="914400" cy="914400"/>
          </a:xfrm>
          <a:prstGeom prst="rect">
            <a:avLst/>
          </a:prstGeom>
        </p:spPr>
      </p:pic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15F4ECF1-46F7-F89E-6746-D0BB802A597B}"/>
              </a:ext>
            </a:extLst>
          </p:cNvPr>
          <p:cNvSpPr txBox="1"/>
          <p:nvPr/>
        </p:nvSpPr>
        <p:spPr>
          <a:xfrm>
            <a:off x="2012220" y="344377"/>
            <a:ext cx="13773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Public users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8">
            <p14:nvContentPartPr>
              <p14:cNvPr id="79" name="インク 78">
                <a:extLst>
                  <a:ext uri="{FF2B5EF4-FFF2-40B4-BE49-F238E27FC236}">
                    <a16:creationId xmlns:a16="http://schemas.microsoft.com/office/drawing/2014/main" id="{67167464-E0BD-ABA8-23A3-697B83D796C3}"/>
                  </a:ext>
                </a:extLst>
              </p14:cNvPr>
              <p14:cNvContentPartPr/>
              <p14:nvPr/>
            </p14:nvContentPartPr>
            <p14:xfrm>
              <a:off x="3728451" y="858771"/>
              <a:ext cx="1627920" cy="1096200"/>
            </p14:xfrm>
          </p:contentPart>
        </mc:Choice>
        <mc:Fallback>
          <p:pic>
            <p:nvPicPr>
              <p:cNvPr id="79" name="インク 78">
                <a:extLst>
                  <a:ext uri="{FF2B5EF4-FFF2-40B4-BE49-F238E27FC236}">
                    <a16:creationId xmlns:a16="http://schemas.microsoft.com/office/drawing/2014/main" id="{67167464-E0BD-ABA8-23A3-697B83D796C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722331" y="852651"/>
                <a:ext cx="1640160" cy="110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30">
            <p14:nvContentPartPr>
              <p14:cNvPr id="80" name="インク 79">
                <a:extLst>
                  <a:ext uri="{FF2B5EF4-FFF2-40B4-BE49-F238E27FC236}">
                    <a16:creationId xmlns:a16="http://schemas.microsoft.com/office/drawing/2014/main" id="{DD99B332-8124-7199-CCA4-FD458A995114}"/>
                  </a:ext>
                </a:extLst>
              </p14:cNvPr>
              <p14:cNvContentPartPr/>
              <p14:nvPr/>
            </p14:nvContentPartPr>
            <p14:xfrm>
              <a:off x="5224971" y="1875051"/>
              <a:ext cx="185040" cy="127800"/>
            </p14:xfrm>
          </p:contentPart>
        </mc:Choice>
        <mc:Fallback>
          <p:pic>
            <p:nvPicPr>
              <p:cNvPr id="80" name="インク 79">
                <a:extLst>
                  <a:ext uri="{FF2B5EF4-FFF2-40B4-BE49-F238E27FC236}">
                    <a16:creationId xmlns:a16="http://schemas.microsoft.com/office/drawing/2014/main" id="{DD99B332-8124-7199-CCA4-FD458A995114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218851" y="1868931"/>
                <a:ext cx="197280" cy="140040"/>
              </a:xfrm>
              <a:prstGeom prst="rect">
                <a:avLst/>
              </a:prstGeom>
            </p:spPr>
          </p:pic>
        </mc:Fallback>
      </mc:AlternateContent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87219F47-FE07-CAD6-59B7-1C2A2E4764C3}"/>
              </a:ext>
            </a:extLst>
          </p:cNvPr>
          <p:cNvSpPr txBox="1"/>
          <p:nvPr/>
        </p:nvSpPr>
        <p:spPr>
          <a:xfrm>
            <a:off x="2950029" y="1262743"/>
            <a:ext cx="17263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Access to the web application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83" name="グラフィックス 82" descr="ユーザー 枠線">
            <a:extLst>
              <a:ext uri="{FF2B5EF4-FFF2-40B4-BE49-F238E27FC236}">
                <a16:creationId xmlns:a16="http://schemas.microsoft.com/office/drawing/2014/main" id="{8B781213-572B-B5C9-EB99-42BD079E2F97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8717947" y="179614"/>
            <a:ext cx="555172" cy="555172"/>
          </a:xfrm>
          <a:prstGeom prst="rect">
            <a:avLst/>
          </a:prstGeom>
        </p:spPr>
      </p:pic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88630DB2-5CD5-B7F3-5A18-2EF3FD2A05C4}"/>
              </a:ext>
            </a:extLst>
          </p:cNvPr>
          <p:cNvSpPr txBox="1"/>
          <p:nvPr/>
        </p:nvSpPr>
        <p:spPr>
          <a:xfrm>
            <a:off x="9266259" y="326395"/>
            <a:ext cx="137732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latin typeface="Segoe UI" panose="020B0502040204020203" pitchFamily="34" charset="0"/>
                <a:cs typeface="Segoe UI" panose="020B0502040204020203" pitchFamily="34" charset="0"/>
              </a:rPr>
              <a:t>Developer</a:t>
            </a:r>
            <a:endParaRPr kumimoji="1" lang="ja-JP" altLang="en-US" sz="110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5" name="正方形/長方形 84">
            <a:extLst>
              <a:ext uri="{FF2B5EF4-FFF2-40B4-BE49-F238E27FC236}">
                <a16:creationId xmlns:a16="http://schemas.microsoft.com/office/drawing/2014/main" id="{B353FCD2-2C68-9F7C-1080-8CB464BAA804}"/>
              </a:ext>
            </a:extLst>
          </p:cNvPr>
          <p:cNvSpPr/>
          <p:nvPr/>
        </p:nvSpPr>
        <p:spPr>
          <a:xfrm>
            <a:off x="9030718" y="728748"/>
            <a:ext cx="1091932" cy="3527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50" dirty="0">
                <a:solidFill>
                  <a:schemeClr val="tx1"/>
                </a:solidFill>
              </a:rPr>
              <a:t>Azure CLI/</a:t>
            </a:r>
          </a:p>
          <a:p>
            <a:pPr algn="ctr"/>
            <a:r>
              <a:rPr kumimoji="1" lang="en-US" altLang="ja-JP" sz="1050" dirty="0">
                <a:solidFill>
                  <a:schemeClr val="tx1"/>
                </a:solidFill>
              </a:rPr>
              <a:t>Azure Portal</a:t>
            </a:r>
            <a:endParaRPr kumimoji="1" lang="ja-JP" altLang="en-US" sz="1050">
              <a:solidFill>
                <a:schemeClr val="tx1"/>
              </a:solidFill>
            </a:endParaRPr>
          </a:p>
        </p:txBody>
      </p:sp>
      <p:sp>
        <p:nvSpPr>
          <p:cNvPr id="86" name="正方形/長方形 85">
            <a:extLst>
              <a:ext uri="{FF2B5EF4-FFF2-40B4-BE49-F238E27FC236}">
                <a16:creationId xmlns:a16="http://schemas.microsoft.com/office/drawing/2014/main" id="{0C2BFBA5-5221-83BF-7907-1141C8A94E77}"/>
              </a:ext>
            </a:extLst>
          </p:cNvPr>
          <p:cNvSpPr/>
          <p:nvPr/>
        </p:nvSpPr>
        <p:spPr>
          <a:xfrm>
            <a:off x="7903601" y="728748"/>
            <a:ext cx="1091932" cy="35272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shade val="1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050" dirty="0">
                <a:solidFill>
                  <a:schemeClr val="tx1"/>
                </a:solidFill>
              </a:rPr>
              <a:t>Terminal w/ ssh</a:t>
            </a:r>
            <a:endParaRPr kumimoji="1" lang="ja-JP" altLang="en-US" sz="1050">
              <a:solidFill>
                <a:schemeClr val="tx1"/>
              </a:solidFill>
            </a:endParaRPr>
          </a:p>
        </p:txBody>
      </p:sp>
      <p:grpSp>
        <p:nvGrpSpPr>
          <p:cNvPr id="90" name="グループ化 89">
            <a:extLst>
              <a:ext uri="{FF2B5EF4-FFF2-40B4-BE49-F238E27FC236}">
                <a16:creationId xmlns:a16="http://schemas.microsoft.com/office/drawing/2014/main" id="{D1423849-037C-66CF-1579-0FAC64F93E64}"/>
              </a:ext>
            </a:extLst>
          </p:cNvPr>
          <p:cNvGrpSpPr/>
          <p:nvPr/>
        </p:nvGrpSpPr>
        <p:grpSpPr>
          <a:xfrm>
            <a:off x="9289011" y="1225251"/>
            <a:ext cx="309240" cy="1763640"/>
            <a:chOff x="9289011" y="1225251"/>
            <a:chExt cx="309240" cy="176364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34">
              <p14:nvContentPartPr>
                <p14:cNvPr id="87" name="インク 86">
                  <a:extLst>
                    <a:ext uri="{FF2B5EF4-FFF2-40B4-BE49-F238E27FC236}">
                      <a16:creationId xmlns:a16="http://schemas.microsoft.com/office/drawing/2014/main" id="{A760ACEE-DD23-9A32-2A58-3629FBA8185A}"/>
                    </a:ext>
                  </a:extLst>
                </p14:cNvPr>
                <p14:cNvContentPartPr/>
                <p14:nvPr/>
              </p14:nvContentPartPr>
              <p14:xfrm>
                <a:off x="9388011" y="1225251"/>
                <a:ext cx="210240" cy="1741680"/>
              </p14:xfrm>
            </p:contentPart>
          </mc:Choice>
          <mc:Fallback>
            <p:pic>
              <p:nvPicPr>
                <p:cNvPr id="87" name="インク 86">
                  <a:extLst>
                    <a:ext uri="{FF2B5EF4-FFF2-40B4-BE49-F238E27FC236}">
                      <a16:creationId xmlns:a16="http://schemas.microsoft.com/office/drawing/2014/main" id="{A760ACEE-DD23-9A32-2A58-3629FBA8185A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381891" y="1219131"/>
                  <a:ext cx="222480" cy="175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36">
              <p14:nvContentPartPr>
                <p14:cNvPr id="88" name="インク 87">
                  <a:extLst>
                    <a:ext uri="{FF2B5EF4-FFF2-40B4-BE49-F238E27FC236}">
                      <a16:creationId xmlns:a16="http://schemas.microsoft.com/office/drawing/2014/main" id="{1A03540C-10B8-71D4-277B-61EDB914B11F}"/>
                    </a:ext>
                  </a:extLst>
                </p14:cNvPr>
                <p14:cNvContentPartPr/>
                <p14:nvPr/>
              </p14:nvContentPartPr>
              <p14:xfrm>
                <a:off x="9289011" y="2829771"/>
                <a:ext cx="249120" cy="159120"/>
              </p14:xfrm>
            </p:contentPart>
          </mc:Choice>
          <mc:Fallback>
            <p:pic>
              <p:nvPicPr>
                <p:cNvPr id="88" name="インク 87">
                  <a:extLst>
                    <a:ext uri="{FF2B5EF4-FFF2-40B4-BE49-F238E27FC236}">
                      <a16:creationId xmlns:a16="http://schemas.microsoft.com/office/drawing/2014/main" id="{1A03540C-10B8-71D4-277B-61EDB914B11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282891" y="2823651"/>
                  <a:ext cx="261360" cy="17136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61D24455-D991-2960-4C65-992C444E37BE}"/>
              </a:ext>
            </a:extLst>
          </p:cNvPr>
          <p:cNvSpPr txBox="1"/>
          <p:nvPr/>
        </p:nvSpPr>
        <p:spPr>
          <a:xfrm>
            <a:off x="9697251" y="1278465"/>
            <a:ext cx="172634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Deploy Azure resources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8">
            <p14:nvContentPartPr>
              <p14:cNvPr id="92" name="インク 91">
                <a:extLst>
                  <a:ext uri="{FF2B5EF4-FFF2-40B4-BE49-F238E27FC236}">
                    <a16:creationId xmlns:a16="http://schemas.microsoft.com/office/drawing/2014/main" id="{C33690AC-DE26-F79C-11D7-08AC9FCB6949}"/>
                  </a:ext>
                </a:extLst>
              </p14:cNvPr>
              <p14:cNvContentPartPr/>
              <p14:nvPr/>
            </p14:nvContentPartPr>
            <p14:xfrm>
              <a:off x="8255451" y="1207251"/>
              <a:ext cx="337320" cy="994680"/>
            </p14:xfrm>
          </p:contentPart>
        </mc:Choice>
        <mc:Fallback>
          <p:pic>
            <p:nvPicPr>
              <p:cNvPr id="92" name="インク 91">
                <a:extLst>
                  <a:ext uri="{FF2B5EF4-FFF2-40B4-BE49-F238E27FC236}">
                    <a16:creationId xmlns:a16="http://schemas.microsoft.com/office/drawing/2014/main" id="{C33690AC-DE26-F79C-11D7-08AC9FCB6949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8249331" y="1201131"/>
                <a:ext cx="349560" cy="1006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1" name="グループ化 110">
            <a:extLst>
              <a:ext uri="{FF2B5EF4-FFF2-40B4-BE49-F238E27FC236}">
                <a16:creationId xmlns:a16="http://schemas.microsoft.com/office/drawing/2014/main" id="{9FC4619E-7BD4-613F-4D4D-9CC9F844B8AB}"/>
              </a:ext>
            </a:extLst>
          </p:cNvPr>
          <p:cNvGrpSpPr/>
          <p:nvPr/>
        </p:nvGrpSpPr>
        <p:grpSpPr>
          <a:xfrm>
            <a:off x="6411531" y="2292291"/>
            <a:ext cx="1302120" cy="3066480"/>
            <a:chOff x="6411531" y="2292291"/>
            <a:chExt cx="1302120" cy="3066480"/>
          </a:xfrm>
        </p:grpSpPr>
        <mc:AlternateContent xmlns:mc="http://schemas.openxmlformats.org/markup-compatibility/2006">
          <mc:Choice xmlns:p14="http://schemas.microsoft.com/office/powerpoint/2010/main" Requires="p14">
            <p:contentPart p14:bwMode="auto" r:id="rId40">
              <p14:nvContentPartPr>
                <p14:cNvPr id="93" name="インク 92">
                  <a:extLst>
                    <a:ext uri="{FF2B5EF4-FFF2-40B4-BE49-F238E27FC236}">
                      <a16:creationId xmlns:a16="http://schemas.microsoft.com/office/drawing/2014/main" id="{9C6D82E2-4263-FE62-C78D-2F886FA17D3D}"/>
                    </a:ext>
                  </a:extLst>
                </p14:cNvPr>
                <p14:cNvContentPartPr/>
                <p14:nvPr/>
              </p14:nvContentPartPr>
              <p14:xfrm>
                <a:off x="6419091" y="2292291"/>
                <a:ext cx="1294560" cy="868320"/>
              </p14:xfrm>
            </p:contentPart>
          </mc:Choice>
          <mc:Fallback>
            <p:pic>
              <p:nvPicPr>
                <p:cNvPr id="93" name="インク 92">
                  <a:extLst>
                    <a:ext uri="{FF2B5EF4-FFF2-40B4-BE49-F238E27FC236}">
                      <a16:creationId xmlns:a16="http://schemas.microsoft.com/office/drawing/2014/main" id="{9C6D82E2-4263-FE62-C78D-2F886FA17D3D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6412971" y="2286171"/>
                  <a:ext cx="1306800" cy="88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2">
              <p14:nvContentPartPr>
                <p14:cNvPr id="96" name="インク 95">
                  <a:extLst>
                    <a:ext uri="{FF2B5EF4-FFF2-40B4-BE49-F238E27FC236}">
                      <a16:creationId xmlns:a16="http://schemas.microsoft.com/office/drawing/2014/main" id="{B66950F6-EFCA-3E83-41B3-E619ED5C3F95}"/>
                    </a:ext>
                  </a:extLst>
                </p14:cNvPr>
                <p14:cNvContentPartPr/>
                <p14:nvPr/>
              </p14:nvContentPartPr>
              <p14:xfrm>
                <a:off x="6411531" y="3025251"/>
                <a:ext cx="111600" cy="180720"/>
              </p14:xfrm>
            </p:contentPart>
          </mc:Choice>
          <mc:Fallback>
            <p:pic>
              <p:nvPicPr>
                <p:cNvPr id="96" name="インク 95">
                  <a:extLst>
                    <a:ext uri="{FF2B5EF4-FFF2-40B4-BE49-F238E27FC236}">
                      <a16:creationId xmlns:a16="http://schemas.microsoft.com/office/drawing/2014/main" id="{B66950F6-EFCA-3E83-41B3-E619ED5C3F95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6405411" y="3019131"/>
                  <a:ext cx="12384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4">
              <p14:nvContentPartPr>
                <p14:cNvPr id="99" name="インク 98">
                  <a:extLst>
                    <a:ext uri="{FF2B5EF4-FFF2-40B4-BE49-F238E27FC236}">
                      <a16:creationId xmlns:a16="http://schemas.microsoft.com/office/drawing/2014/main" id="{8015BF0A-ADD9-957B-7404-C3B5A23FE22E}"/>
                    </a:ext>
                  </a:extLst>
                </p14:cNvPr>
                <p14:cNvContentPartPr/>
                <p14:nvPr/>
              </p14:nvContentPartPr>
              <p14:xfrm>
                <a:off x="6590091" y="2452851"/>
                <a:ext cx="824040" cy="1715760"/>
              </p14:xfrm>
            </p:contentPart>
          </mc:Choice>
          <mc:Fallback>
            <p:pic>
              <p:nvPicPr>
                <p:cNvPr id="99" name="インク 98">
                  <a:extLst>
                    <a:ext uri="{FF2B5EF4-FFF2-40B4-BE49-F238E27FC236}">
                      <a16:creationId xmlns:a16="http://schemas.microsoft.com/office/drawing/2014/main" id="{8015BF0A-ADD9-957B-7404-C3B5A23FE22E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6583971" y="2446731"/>
                  <a:ext cx="836280" cy="172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6">
              <p14:nvContentPartPr>
                <p14:cNvPr id="105" name="インク 104">
                  <a:extLst>
                    <a:ext uri="{FF2B5EF4-FFF2-40B4-BE49-F238E27FC236}">
                      <a16:creationId xmlns:a16="http://schemas.microsoft.com/office/drawing/2014/main" id="{39CAD90E-A6C2-0D08-D1B2-2600A7518A70}"/>
                    </a:ext>
                  </a:extLst>
                </p14:cNvPr>
                <p14:cNvContentPartPr/>
                <p14:nvPr/>
              </p14:nvContentPartPr>
              <p14:xfrm>
                <a:off x="6482811" y="3990411"/>
                <a:ext cx="254880" cy="271080"/>
              </p14:xfrm>
            </p:contentPart>
          </mc:Choice>
          <mc:Fallback>
            <p:pic>
              <p:nvPicPr>
                <p:cNvPr id="105" name="インク 104">
                  <a:extLst>
                    <a:ext uri="{FF2B5EF4-FFF2-40B4-BE49-F238E27FC236}">
                      <a16:creationId xmlns:a16="http://schemas.microsoft.com/office/drawing/2014/main" id="{39CAD90E-A6C2-0D08-D1B2-2600A7518A70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6476691" y="3984291"/>
                  <a:ext cx="26712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48">
              <p14:nvContentPartPr>
                <p14:cNvPr id="106" name="インク 105">
                  <a:extLst>
                    <a:ext uri="{FF2B5EF4-FFF2-40B4-BE49-F238E27FC236}">
                      <a16:creationId xmlns:a16="http://schemas.microsoft.com/office/drawing/2014/main" id="{38ACE402-E392-7B47-FE66-3E48BB3675B6}"/>
                    </a:ext>
                  </a:extLst>
                </p14:cNvPr>
                <p14:cNvContentPartPr/>
                <p14:nvPr/>
              </p14:nvContentPartPr>
              <p14:xfrm>
                <a:off x="6589371" y="3521691"/>
                <a:ext cx="875160" cy="1737720"/>
              </p14:xfrm>
            </p:contentPart>
          </mc:Choice>
          <mc:Fallback>
            <p:pic>
              <p:nvPicPr>
                <p:cNvPr id="106" name="インク 105">
                  <a:extLst>
                    <a:ext uri="{FF2B5EF4-FFF2-40B4-BE49-F238E27FC236}">
                      <a16:creationId xmlns:a16="http://schemas.microsoft.com/office/drawing/2014/main" id="{38ACE402-E392-7B47-FE66-3E48BB3675B6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6583251" y="3515571"/>
                  <a:ext cx="887400" cy="174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>
          <mc:Choice xmlns:p14="http://schemas.microsoft.com/office/powerpoint/2010/main" Requires="p14">
            <p:contentPart p14:bwMode="auto" r:id="rId50">
              <p14:nvContentPartPr>
                <p14:cNvPr id="109" name="インク 108">
                  <a:extLst>
                    <a:ext uri="{FF2B5EF4-FFF2-40B4-BE49-F238E27FC236}">
                      <a16:creationId xmlns:a16="http://schemas.microsoft.com/office/drawing/2014/main" id="{93FE5A21-994E-8FBB-F9B7-98C5B6212611}"/>
                    </a:ext>
                  </a:extLst>
                </p14:cNvPr>
                <p14:cNvContentPartPr/>
                <p14:nvPr/>
              </p14:nvContentPartPr>
              <p14:xfrm>
                <a:off x="6428451" y="5186691"/>
                <a:ext cx="240480" cy="172080"/>
              </p14:xfrm>
            </p:contentPart>
          </mc:Choice>
          <mc:Fallback>
            <p:pic>
              <p:nvPicPr>
                <p:cNvPr id="109" name="インク 108">
                  <a:extLst>
                    <a:ext uri="{FF2B5EF4-FFF2-40B4-BE49-F238E27FC236}">
                      <a16:creationId xmlns:a16="http://schemas.microsoft.com/office/drawing/2014/main" id="{93FE5A21-994E-8FBB-F9B7-98C5B6212611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6422331" y="5180571"/>
                  <a:ext cx="252720" cy="1843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12" name="テキスト ボックス 111">
            <a:extLst>
              <a:ext uri="{FF2B5EF4-FFF2-40B4-BE49-F238E27FC236}">
                <a16:creationId xmlns:a16="http://schemas.microsoft.com/office/drawing/2014/main" id="{C1F7DE73-C89B-A3B3-55F9-3B74659430A4}"/>
              </a:ext>
            </a:extLst>
          </p:cNvPr>
          <p:cNvSpPr txBox="1"/>
          <p:nvPr/>
        </p:nvSpPr>
        <p:spPr>
          <a:xfrm>
            <a:off x="6926569" y="1397411"/>
            <a:ext cx="1726345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100" dirty="0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Configure VMs and implement applications</a:t>
            </a:r>
            <a:endParaRPr kumimoji="1" lang="ja-JP" altLang="en-US" sz="1100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4895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140</TotalTime>
  <Words>83</Words>
  <Application>Microsoft Macintosh PowerPoint</Application>
  <PresentationFormat>ワイド画面</PresentationFormat>
  <Paragraphs>41</Paragraphs>
  <Slides>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</vt:i4>
      </vt:variant>
    </vt:vector>
  </HeadingPairs>
  <TitlesOfParts>
    <vt:vector size="6" baseType="lpstr">
      <vt:lpstr>游ゴシック</vt:lpstr>
      <vt:lpstr>游ゴシック Light</vt:lpstr>
      <vt:lpstr>Arial</vt:lpstr>
      <vt:lpstr>Segoe UI</vt:lpstr>
      <vt:lpstr>Office テーマ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Hironari Yamada</dc:creator>
  <cp:lastModifiedBy>Hironari Yamada</cp:lastModifiedBy>
  <cp:revision>2</cp:revision>
  <dcterms:created xsi:type="dcterms:W3CDTF">2026-01-13T01:58:58Z</dcterms:created>
  <dcterms:modified xsi:type="dcterms:W3CDTF">2026-01-13T04:19:38Z</dcterms:modified>
</cp:coreProperties>
</file>