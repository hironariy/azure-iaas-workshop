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2856"/>
    <p:restoredTop sz="94643"/>
  </p:normalViewPr>
  <p:slideViewPr>
    <p:cSldViewPr snapToGrid="0">
      <p:cViewPr varScale="1">
        <p:scale>
          <a:sx n="110" d="100"/>
          <a:sy n="110" d="100"/>
        </p:scale>
        <p:origin x="200" y="2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3T04:15:27.59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0 151 24575,'49'19'0,"-24"-10"0,29 14 0,-23-7 0,-3-3 0,6 5 0,-11-7 0,-4 1 0,4 0 0,-10-4 0,12 3 0,-18-6 0,7-2 0,-9 4 0,-1-1 0,5-1 0,1 0 0,7-5 0,-5 3 0,1 1 0,-2 0 0,-2 0 0,6-4 0,-12 5 0,6-10 0,-9-4 0,0-34 0,0 6 0,9-29 0,-5 31 0,11-13 0,-7 17 0,0 6 0,-3 8 0,-3 6 0,-2 8 0,0-10 0,0 10 0,0-4 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3T04:18:07.70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583 0 24575,'-12'51'0,"0"-1"0,1 0 0,-6 20 0,-1 7 0,7-25 0,0 2 0,-10 35 0,-3 7 0,8-28 0,0 0 0,-1-1-350,-5 16 0,0 0 350,5-14 0,0 2 0,2-7 0,1-10 0,0-1 0,0 11 0,-2 7 0,1-3 0,-4 5 0,1-3 0,3-7 0,1 3 0,-3 29 0,3-4 0,7 4 0,-3 2 0,-1 4 0,4-34 0,0-4 0,2 5 0,0 0 86,-2 0 1,1-3-87,5 29 0,1-34 0,0-2 0,0 17 0,0-21 0,0 1 0,0 22 527,0 13-527,0 2 0,0-2 0,0-14 0,0-24 0,0 1 0,-4 35 0,-1-24 0,0 0 0,2-12 0,0-1 0,-2 11 0,1 1 0,4-6 0,0-1 0,0-3 0,0-1 0,0 1 0,0-1 0,0 29 0,0-5 0,0-16 0,0-1 0,0-32 0,0 14 0,0-21 0,0-2 0,0-1 0,0-4 0,0-2 0,0 2 0,0-7 0,0 21 0,0-16 0,-9 15 0,-2-16 0,0-3 0,3-8 0,8-3 0,0-3 0,0 4 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3T04:18:09.49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43 24575,'29'68'0,"-7"-13"0,22 11 0,-19-11 0,-11-29 0,2 16 0,-10-21 0,7 6 0,-6-3 0,-2-11 0,0-11 0,19-30 0,4-2 0,35-39 0,-12 26 0,18-18 0,-8 14 0,-3 2 0,-12 11 0,-7 4 0,-22 18 0,4-5 0,-10 11 0,-1 1 0,-5 2 0,-4-2 0,-1 3 0,0-3 0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3T04:18:43.29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936 0 24575,'0'59'0,"0"0"0,0 6 0,0-4 0,0 2 0,0 12 0,0 0 0,0-17 0,0-1 0,0 11 0,0 5 0,0 25 0,0 2 0,1-23 0,-2 0 0,-3 17 0,-3-2 0,0-29 0,-2-5 0,0-5 0,-2 1 0,-7 25 0,0-4 0,-5 8 0,7-24 0,-2 1 0,-15 22 0,3-10 0,-10-2 0,5-21 0,4 6 0,-1-14 0,4 5 0,-5-11 0,-8 2 0,1 8 0,1-8 0,-31 29 0,30-33 0,-1-4 0,-1 1 0,0 10 0,-3-6 0,6 6 0,15-23 0,0 4 0,7-8 0,8-5 0,3 3 0,1-4 0,2-3 0,-1 1 0,1-5 0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8T07:08:09.40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0 24575,'23'85'0,"-1"-1"0,1 1 0,-1-1 0,0-4 0,-1 0 0,0-1 0,-2 0 0,-1-5 0,-1 0 0,-1 0 0,-1 0 0,2 4 0,-1 2 0,0-2 0,-1-4 0,1 6 0,-2-5 0,1-1 0,-2-1 0,0-1 0,-2-14 0,1 1 0,2 15 0,-1-11 0,-1-12 0,-4-21 0,0-8 0,-4-12 0,0 2 0,-2-2 0,5 13 0,-3-5 0,5 10 0,0 3 0,1 9 0,13 34 0,0 15 0,2 7 0,-5-23 0,0 0 0,-2-4 0,1 4 0,-4-11 0,4 11 0,-6-30 0,-7-33 0,0 0 0,4 3 0,-2-4 0,-1-1 0,1 5 0,1-1 0,-1 3 0,2-3 0,-3-4 0,0 1 0,-2-1 0,-3 1 0,0 0 0,-1 0 0,5 2 0,4 2 0,1-2 0,-1 1 0,-5-8 0,-1 3 0,-2-5 0,-1 2 0,-1 1 0,0 0 0,3 5 0,2-2 0,2 2 0,-1-2 0,-3-1 0,-2 0 0,-1 0 0,0-1 0,0-2 0,0-1 0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8T07:11:36.29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7697 1 24575,'-36'5'0,"-32"16"0,-18 10 0,1 3 0,-8 4 0,-2 1 0,16-7 0,-2 0 0,-1 1 0,-1 2-1005,9-4 0,-2 1 1,0 1-1,1 0 1,3-2 1004,-3 1 0,3-1 0,0-1 0,-2 2 0,-14 6 0,-3 0 0,-1 1 0,0 0 0,14-6 0,-1-1 0,0 1 0,0 0 0,2-2 0,-14 6 0,1-2 0,1 0 0,2-1 0,8-3 0,2-1 0,2 0 0,2-3 459,-9 1 1,4-3-1,-3 1-459,-11 3 0,-4 1 0,1-1 0,3 1 0,0-1 0,-1 0 0,17-7 0,-1 0 0,-2-1 0,1 1 0,-6 2 0,-1 0 0,2 0 0,5-2-74,3 0 1,5-3 0,-3 2 73,-21 6 0,-3 1 0,9-3 0,5-1 0,4-3-294,-17 1 1,0-3 293,15-4 0,-1-2 0,-14 0 0,2-1 0,23-4 0,1 0 0,-17 3 0,0 0 0,17-2 0,1 0 1210,-13 2 1,2-1-1211,22-2 0,2 0 58,-19 3 1,1 1-59,19-2 0,-1 0 0,-24 4 0,-3 1 0,13 4 0,-3 2 0,1-3 0,-6 1 0,3 0 0,-12 9 0,2 0 397,17-8 0,-1 0 0,9-2-397,-22 9 723,20-7-723,38-11 0,-3 1 0,6 0 0,-3-2 0,2-1 0,6-2 0,8-2 0,3-1 0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8T07:11:37.57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412 1 24575,'-25'15'0,"-21"21"0,-4 5 0,-6 4 0,1 3 0,5-3 0,27-19 0,7 3 0,9-18 0,5 1 0,1-6 0,-9 7 0,-1 1 0,-9 5 0,8-6 0,-3 7 0,9-13 0,0 6 0,15-12 0,12-1 0,7-5 0,15 4 0,2-4 0,20 5 0,-22 0 0,1 0 0,-32 0 0,-3 0 0,-4 0 0,-2 0 0,-3 0 0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8T07:11:41.01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4738 1 24575,'0'45'0,"0"14"0,0-10 0,0 4 0,0-2 0,0 3 0,0 13 0,0 5 0,0 16 0,0 0 0,0-21 0,0-1 0,-1 15 0,-2-4 0,-4 18 0,-1-23 0,-3 1 0,-1-18 0,1 1 0,-2 22 0,1-2 0,-8 15 0,10-37 0,2-3 0,-2 8 0,-2 1 0,7-38 0,3 21 0,1-8 0,1 50 0,-11-16 0,8-13 0,0-1 0,-10 9 0,7 4 0,4-52 0,-1 14 0,-2-1 0,2 53 0,-6-8 0,5 1 0,1 2 0,-5 12 0,5-30 0,0-7 0,0-19 0,-1 1 0,-2-15 0,-5 25 0,-4 4 0,-13 31 0,8-31 0,-9 12 0,17-46 0,-21 15 0,-5-5 0,-31 14 0,-15-3 0,-4-4 0,-7-1 0,18-9 0,-2-2-182,7-1 0,-5 0 1,5-1 181,-1-1 0,0-2 0,5-2 0,-5-1 0,3 0 0,-8 3 0,0 1 0,7-2 0,-4-1 0,3 0 0,-8 3 0,1 0 0,11-3 0,-3 0 0,3 0 0,-11 2 0,1 0 0,-19 1 0,3-1 0,28-6 0,2 0 0,-13-1 0,1 0 0,19-1 0,2-1 0,-7-1 0,3-1 0,-10 4 0,17-3 0,-3 0 0,4 2 0,-2 1 0,-26 2 0,-3-1 0,14 0 0,-3 2 0,4 0 0,-5 2 0,5-1 0,0-2 0,2 0 272,-14 6 1,2-1-273,-11-1 0,26-5 0,0-2 0,-32 2 0,34-3 0,3-2 0,-6-1 0,24 1 0,14 0 0,12-1 0,10-4 0,18-47 0,-10 35 0,12-34 0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8T07:11:42.693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418 0 24575,'-14'0'0,"-58"16"0,19 9 0,-38 8 0,50-2 0,9-8 0,-9 2 0,19-11 0,-12 11 0,26-20 0,0 6 0,7-8 0,1 1 0,0 0 0,6-3 0,8 2 0,13-3 0,44 0 0,-10 0 0,7 0 0,-31 2 0,-17 4 0,-10-2 0,5 5 0,-11-7 0,0 4 0,5-2 0,-6 1 0,6 1 0,-2-2 0,0 2 0,2 1 0,-5-3 0,-1-1 0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8T07:11:45.00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1281 1 24575,'0'20'0,"0"69"0,0-9 0,0-14 0,0 11 0,0-7 0,0-12 0,0 0 0,0 29 0,0-3 0,0-1 0,1-26 0,-2 1 0,-5 24 0,-5-18 0,-2 0 0,-13 32 0,3-22 0,-1 0 0,6-22 0,2-2 0,-2 14 0,1-3 0,-4 0 0,9-20 0,-1-2 0,-2-7 0,-14 29 0,-7 11 0,5-13 0,-3 4-218,3 0 1,-2 5 0,1-3 217,-13 11 0,4-4 0,10-11 0,3-5 0,-14 14 0,22-30 0,14-28 0,-12 18 0,-11 15 652,-13 28-652,12-35 0,-3 2 0,2 13 0,0-2 0,-17 3 0,13 5 0,28-48 0,0-1 0,2-1 0,-20 18 0,-1 8 0,-8 4 0,-2 4 0,-13 17 0,-13 15 0,36-45 0,7-10 0,12-12 0,2-3 0,2-2 0,3-3 0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8T07:11:46.50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1 24575,'0'47'0,"0"-4"0,0 9 0,0 2 0,0 4 0,0 19 0,0-51 0,0-9 0,0-8 0,0-5 0,0 1 0,1-2 0,7-6 0,-2-2 0,11-4 0,4-3 0,5 1 0,20-6 0,10-2 0,10 6 0,6 0 0,-19 2 0,1 0 0,22-1 0,-4 2 0,-4 0 0,-24 3 0,-29 5 0,-8 1 0,-6 1 0</inkml:trace>
</inkml:ink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E47B6492-0509-833D-F625-0EF837610C9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BA5C6B9A-C034-21F5-775A-C1E11336A98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3BEEC4E7-2DD1-D887-2048-81D98F16A4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CB0818-5DF7-A940-86F4-FFB7C80D4BAA}" type="datetimeFigureOut">
              <a:rPr kumimoji="1" lang="ja-JP" altLang="en-US" smtClean="0"/>
              <a:t>2026/10/8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66A1B281-055F-E612-378A-B61299AE8A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37E1BFDE-FE8B-D1B1-F737-98EDE3AD27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E418A5-6EE4-F64A-BF3D-5F9F98F2A01B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55732399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D91594A8-3BA5-0DBB-F92A-844E78B0DC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721F85D9-C016-88E9-5BFE-44B966E6104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CF135EF8-5693-213E-03BF-A6E1D6A83F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CB0818-5DF7-A940-86F4-FFB7C80D4BAA}" type="datetimeFigureOut">
              <a:rPr kumimoji="1" lang="ja-JP" altLang="en-US" smtClean="0"/>
              <a:t>2026/10/8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F264AADB-C3AE-17F9-CB46-04FDB6056A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5DD92A3D-B53C-5E6C-8A4F-BB63A72D54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E418A5-6EE4-F64A-BF3D-5F9F98F2A01B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86197117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65D16DD-E48D-15C9-5137-90ED269365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5836CD35-7F68-6659-3563-5ADFB57073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76BB1895-5DF2-6EBC-31C2-D1BAA77B0E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CB0818-5DF7-A940-86F4-FFB7C80D4BAA}" type="datetimeFigureOut">
              <a:rPr kumimoji="1" lang="ja-JP" altLang="en-US" smtClean="0"/>
              <a:t>2026/10/8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91745D13-9385-C16E-D3E9-C92237A6BB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C577F32F-A47E-F588-C571-3E56BB08D1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E418A5-6EE4-F64A-BF3D-5F9F98F2A01B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06696561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E9FF744D-1A5E-F93A-D044-87538B5964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634A561D-1FAA-7A7A-942B-F9143D964F0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B0C8F101-7F88-BBEC-6D10-8B21D6AF251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FE630441-8B59-6526-7C0D-B4F4D55E1A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CB0818-5DF7-A940-86F4-FFB7C80D4BAA}" type="datetimeFigureOut">
              <a:rPr kumimoji="1" lang="ja-JP" altLang="en-US" smtClean="0"/>
              <a:t>2026/10/8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853E6449-EBD8-BA00-EE52-00B7B3EAD2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38AE5638-6EC2-2AE2-49D2-C08B4A7AB9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E418A5-6EE4-F64A-BF3D-5F9F98F2A01B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50873602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BE17DF10-D6D0-6EED-6280-C4CEC08845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10C0FB68-2E9A-A213-8C2A-FE132AFF322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C3B671E4-9CB3-3AD4-BB27-38ECFED953B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70E7AE65-48AB-AC7E-E330-12C6E886521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BA6E087E-8266-A9C8-3A69-A5D9EFC526E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6324A60E-C82B-4F7D-946B-541C9EFE0D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CB0818-5DF7-A940-86F4-FFB7C80D4BAA}" type="datetimeFigureOut">
              <a:rPr kumimoji="1" lang="ja-JP" altLang="en-US" smtClean="0"/>
              <a:t>2026/10/8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0E9F660A-FC28-0E6F-2857-515A4C8ED2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D90F84AC-F695-23D0-C789-E1B79C6BB7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E418A5-6EE4-F64A-BF3D-5F9F98F2A01B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63911761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8FF9244-7F4F-8E3C-B48C-44972C732B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14DB29D0-0521-7BE2-D2E2-ACA90EF8A5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CB0818-5DF7-A940-86F4-FFB7C80D4BAA}" type="datetimeFigureOut">
              <a:rPr kumimoji="1" lang="ja-JP" altLang="en-US" smtClean="0"/>
              <a:t>2026/10/8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7910D526-E904-8F9C-6BCA-3A050DDE1D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2255578E-AC83-F7D1-CC94-FCC1CEFD63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E418A5-6EE4-F64A-BF3D-5F9F98F2A01B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81798494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D5E9DEFF-F002-04AA-16DF-AD64210F29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CB0818-5DF7-A940-86F4-FFB7C80D4BAA}" type="datetimeFigureOut">
              <a:rPr kumimoji="1" lang="ja-JP" altLang="en-US" smtClean="0"/>
              <a:t>2026/10/8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D37C5422-87C5-47C6-CC9D-73F309EB02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B753BA72-AE40-0251-7639-E40F306AFD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E418A5-6EE4-F64A-BF3D-5F9F98F2A01B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65733705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400D25CE-1359-449C-312D-7C853022AB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5120F96B-2A4F-08BB-737C-AE9EBA3DA1F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56A25067-5F09-5F48-C142-A62C54FD604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3AE94546-3ECD-D423-2A5E-56F9E19E8D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CB0818-5DF7-A940-86F4-FFB7C80D4BAA}" type="datetimeFigureOut">
              <a:rPr kumimoji="1" lang="ja-JP" altLang="en-US" smtClean="0"/>
              <a:t>2026/10/8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11329A51-928C-D3AA-AE08-0EAD9C07CA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2402CE36-9D7A-CE0E-193B-C2597AB88D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E418A5-6EE4-F64A-BF3D-5F9F98F2A01B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70160857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4A4D0D8A-4674-5EB4-8640-D0178DCF53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31CDB6A6-D16F-B9F0-2FFD-DE7F2F9AB51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18F8AEE2-CB85-AD9D-8937-54D47C0C401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9FDAD22D-B44D-B4A3-57B1-179861C2E5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CB0818-5DF7-A940-86F4-FFB7C80D4BAA}" type="datetimeFigureOut">
              <a:rPr kumimoji="1" lang="ja-JP" altLang="en-US" smtClean="0"/>
              <a:t>2026/10/8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66CB7AFA-3130-6E16-549D-51A812CE76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3C7343A8-BD1C-588D-E014-1A12AD36BC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E418A5-6EE4-F64A-BF3D-5F9F98F2A01B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83077580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47FB526F-886D-4421-4826-D8332DCCC0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534B2208-7AF6-F087-E913-6D24643B2BA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CB03D8A7-A333-200A-1B08-F76C3C91C4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CB0818-5DF7-A940-86F4-FFB7C80D4BAA}" type="datetimeFigureOut">
              <a:rPr kumimoji="1" lang="ja-JP" altLang="en-US" smtClean="0"/>
              <a:t>2026/10/8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58C7CCD5-18E2-E08A-C4AD-752179D6DF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03AF554F-4F3F-926B-AC37-95A18EE949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E418A5-6EE4-F64A-BF3D-5F9F98F2A01B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4375708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38912328-F3B5-E114-FCB3-844BF46EA83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38CE7E95-5D2C-6CCA-9644-E8B61174987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9BDE3395-6265-9653-3A3B-8B93D9BEAC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CB0818-5DF7-A940-86F4-FFB7C80D4BAA}" type="datetimeFigureOut">
              <a:rPr kumimoji="1" lang="ja-JP" altLang="en-US" smtClean="0"/>
              <a:t>2026/10/8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AF40BC7E-8536-A3CE-4AC7-23E2F67180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3FACD4F1-2C81-D066-C154-52FBE3E272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E418A5-6EE4-F64A-BF3D-5F9F98F2A01B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3703211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802374D1-FD7B-2AC0-0864-AE0F0CB9EE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202F1965-8677-E8B3-AA3B-8F393248EEE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7B017A88-2FBE-E4BC-FA8B-D93C47DDC4A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0CB0818-5DF7-A940-86F4-FFB7C80D4BAA}" type="datetimeFigureOut">
              <a:rPr kumimoji="1" lang="ja-JP" altLang="en-US" smtClean="0"/>
              <a:t>2026/10/8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80AA7984-E16D-0E2C-FF4E-AAB27D19818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E1879086-E785-D28F-7661-887FFB8DA35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FE418A5-6EE4-F64A-BF3D-5F9F98F2A01B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89260792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2.svg"/><Relationship Id="rId18" Type="http://schemas.openxmlformats.org/officeDocument/2006/relationships/customXml" Target="../ink/ink2.xml"/><Relationship Id="rId39" Type="http://schemas.openxmlformats.org/officeDocument/2006/relationships/image" Target="../media/image33.png"/><Relationship Id="rId55" Type="http://schemas.openxmlformats.org/officeDocument/2006/relationships/image" Target="../media/image15.png"/><Relationship Id="rId63" Type="http://schemas.openxmlformats.org/officeDocument/2006/relationships/image" Target="../media/image20.png"/><Relationship Id="rId7" Type="http://schemas.openxmlformats.org/officeDocument/2006/relationships/image" Target="../media/image6.svg"/><Relationship Id="rId12" Type="http://schemas.openxmlformats.org/officeDocument/2006/relationships/image" Target="../media/image11.svg"/><Relationship Id="rId17" Type="http://schemas.openxmlformats.org/officeDocument/2006/relationships/image" Target="../media/image14.svg"/><Relationship Id="rId38" Type="http://schemas.openxmlformats.org/officeDocument/2006/relationships/customXml" Target="../ink/ink4.xml"/><Relationship Id="rId59" Type="http://schemas.openxmlformats.org/officeDocument/2006/relationships/image" Target="../media/image18.png"/><Relationship Id="rId2" Type="http://schemas.openxmlformats.org/officeDocument/2006/relationships/image" Target="../media/image1.svg"/><Relationship Id="rId16" Type="http://schemas.openxmlformats.org/officeDocument/2006/relationships/image" Target="../media/image14.png"/><Relationship Id="rId54" Type="http://schemas.openxmlformats.org/officeDocument/2006/relationships/customXml" Target="../ink/ink6.xml"/><Relationship Id="rId62" Type="http://schemas.openxmlformats.org/officeDocument/2006/relationships/customXml" Target="../ink/ink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svg"/><Relationship Id="rId11" Type="http://schemas.openxmlformats.org/officeDocument/2006/relationships/image" Target="../media/image10.svg"/><Relationship Id="rId37" Type="http://schemas.openxmlformats.org/officeDocument/2006/relationships/image" Target="../media/image32.png"/><Relationship Id="rId40" Type="http://schemas.openxmlformats.org/officeDocument/2006/relationships/customXml" Target="../ink/ink5.xml"/><Relationship Id="rId53" Type="http://schemas.openxmlformats.org/officeDocument/2006/relationships/image" Target="../media/image16.png"/><Relationship Id="rId58" Type="http://schemas.openxmlformats.org/officeDocument/2006/relationships/customXml" Target="../ink/ink8.xml"/><Relationship Id="rId5" Type="http://schemas.openxmlformats.org/officeDocument/2006/relationships/image" Target="../media/image4.svg"/><Relationship Id="rId15" Type="http://schemas.openxmlformats.org/officeDocument/2006/relationships/customXml" Target="../ink/ink1.xml"/><Relationship Id="rId36" Type="http://schemas.openxmlformats.org/officeDocument/2006/relationships/customXml" Target="../ink/ink3.xml"/><Relationship Id="rId57" Type="http://schemas.openxmlformats.org/officeDocument/2006/relationships/image" Target="../media/image17.png"/><Relationship Id="rId61" Type="http://schemas.openxmlformats.org/officeDocument/2006/relationships/image" Target="../media/image19.png"/><Relationship Id="rId10" Type="http://schemas.openxmlformats.org/officeDocument/2006/relationships/image" Target="../media/image9.svg"/><Relationship Id="rId60" Type="http://schemas.openxmlformats.org/officeDocument/2006/relationships/customXml" Target="../ink/ink9.xml"/><Relationship Id="rId65" Type="http://schemas.openxmlformats.org/officeDocument/2006/relationships/image" Target="../media/image21.png"/><Relationship Id="rId4" Type="http://schemas.openxmlformats.org/officeDocument/2006/relationships/image" Target="../media/image3.svg"/><Relationship Id="rId9" Type="http://schemas.openxmlformats.org/officeDocument/2006/relationships/image" Target="../media/image8.svg"/><Relationship Id="rId14" Type="http://schemas.openxmlformats.org/officeDocument/2006/relationships/image" Target="../media/image13.svg"/><Relationship Id="rId35" Type="http://schemas.openxmlformats.org/officeDocument/2006/relationships/image" Target="../media/image31.png"/><Relationship Id="rId56" Type="http://schemas.openxmlformats.org/officeDocument/2006/relationships/customXml" Target="../ink/ink7.xml"/><Relationship Id="rId64" Type="http://schemas.openxmlformats.org/officeDocument/2006/relationships/customXml" Target="../ink/ink11.xml"/><Relationship Id="rId8" Type="http://schemas.openxmlformats.org/officeDocument/2006/relationships/image" Target="../media/image7.svg"/><Relationship Id="rId3" Type="http://schemas.openxmlformats.org/officeDocument/2006/relationships/image" Target="../media/image2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09C63FE4-92C6-0421-FFE7-F59515D30F63}"/>
              </a:ext>
            </a:extLst>
          </p:cNvPr>
          <p:cNvSpPr/>
          <p:nvPr/>
        </p:nvSpPr>
        <p:spPr>
          <a:xfrm>
            <a:off x="2184378" y="1981860"/>
            <a:ext cx="1482764" cy="4768676"/>
          </a:xfrm>
          <a:prstGeom prst="rect">
            <a:avLst/>
          </a:prstGeom>
          <a:noFill/>
          <a:ln>
            <a:solidFill>
              <a:schemeClr val="bg2">
                <a:lumMod val="75000"/>
              </a:schemeClr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5" name="正方形/長方形 4">
            <a:extLst>
              <a:ext uri="{FF2B5EF4-FFF2-40B4-BE49-F238E27FC236}">
                <a16:creationId xmlns:a16="http://schemas.microsoft.com/office/drawing/2014/main" id="{BB35DFEB-CC58-687D-7C59-1120F88A5CBE}"/>
              </a:ext>
            </a:extLst>
          </p:cNvPr>
          <p:cNvSpPr/>
          <p:nvPr/>
        </p:nvSpPr>
        <p:spPr>
          <a:xfrm>
            <a:off x="3860331" y="1981860"/>
            <a:ext cx="1482764" cy="4768676"/>
          </a:xfrm>
          <a:prstGeom prst="rect">
            <a:avLst/>
          </a:prstGeom>
          <a:noFill/>
          <a:ln>
            <a:solidFill>
              <a:schemeClr val="bg2">
                <a:lumMod val="75000"/>
              </a:schemeClr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6" name="正方形/長方形 5">
            <a:extLst>
              <a:ext uri="{FF2B5EF4-FFF2-40B4-BE49-F238E27FC236}">
                <a16:creationId xmlns:a16="http://schemas.microsoft.com/office/drawing/2014/main" id="{7D16C89A-A468-5155-C2CF-C21FBCE01CA4}"/>
              </a:ext>
            </a:extLst>
          </p:cNvPr>
          <p:cNvSpPr/>
          <p:nvPr/>
        </p:nvSpPr>
        <p:spPr>
          <a:xfrm>
            <a:off x="1538869" y="1874778"/>
            <a:ext cx="8319114" cy="4335331"/>
          </a:xfrm>
          <a:prstGeom prst="rect">
            <a:avLst/>
          </a:prstGeom>
          <a:noFill/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27C01BE7-7256-A4CF-AB36-93D41B044876}"/>
              </a:ext>
            </a:extLst>
          </p:cNvPr>
          <p:cNvSpPr txBox="1"/>
          <p:nvPr/>
        </p:nvSpPr>
        <p:spPr>
          <a:xfrm>
            <a:off x="3228178" y="1884061"/>
            <a:ext cx="433533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sz="1100" dirty="0">
                <a:latin typeface="Segoe UI" panose="020B0502040204020203" pitchFamily="34" charset="0"/>
                <a:cs typeface="Segoe UI" panose="020B0502040204020203" pitchFamily="34" charset="0"/>
              </a:rPr>
              <a:t>MS Backbone Network</a:t>
            </a:r>
            <a:endParaRPr kumimoji="1" lang="ja-JP" altLang="en-US" sz="110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8" name="角丸四角形 7">
            <a:extLst>
              <a:ext uri="{FF2B5EF4-FFF2-40B4-BE49-F238E27FC236}">
                <a16:creationId xmlns:a16="http://schemas.microsoft.com/office/drawing/2014/main" id="{D8BB825D-0FD4-BB03-B2E4-DA97FA5F50B3}"/>
              </a:ext>
            </a:extLst>
          </p:cNvPr>
          <p:cNvSpPr/>
          <p:nvPr/>
        </p:nvSpPr>
        <p:spPr>
          <a:xfrm>
            <a:off x="1728439" y="2357854"/>
            <a:ext cx="5458553" cy="3701648"/>
          </a:xfrm>
          <a:prstGeom prst="roundRect">
            <a:avLst>
              <a:gd name="adj" fmla="val 6786"/>
            </a:avLst>
          </a:prstGeom>
          <a:noFill/>
          <a:ln w="22225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A0753DC5-83C4-EA29-5C34-7B90FD25F1A4}"/>
              </a:ext>
            </a:extLst>
          </p:cNvPr>
          <p:cNvSpPr txBox="1"/>
          <p:nvPr/>
        </p:nvSpPr>
        <p:spPr>
          <a:xfrm>
            <a:off x="2202904" y="2452580"/>
            <a:ext cx="131239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1100" dirty="0">
                <a:latin typeface="Segoe UI" panose="020B0502040204020203" pitchFamily="34" charset="0"/>
                <a:cs typeface="Segoe UI" panose="020B0502040204020203" pitchFamily="34" charset="0"/>
              </a:rPr>
              <a:t>Virtual Network</a:t>
            </a:r>
            <a:endParaRPr kumimoji="1" lang="ja-JP" altLang="en-US" sz="110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pic>
        <p:nvPicPr>
          <p:cNvPr id="10" name="グラフィックス 9">
            <a:extLst>
              <a:ext uri="{FF2B5EF4-FFF2-40B4-BE49-F238E27FC236}">
                <a16:creationId xmlns:a16="http://schemas.microsoft.com/office/drawing/2014/main" id="{B65C5BC7-753F-D541-9D1C-B6F3F3765B2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879204" y="2414180"/>
            <a:ext cx="323700" cy="323700"/>
          </a:xfrm>
          <a:prstGeom prst="rect">
            <a:avLst/>
          </a:prstGeom>
        </p:spPr>
      </p:pic>
      <p:pic>
        <p:nvPicPr>
          <p:cNvPr id="11" name="グラフィックス 10">
            <a:extLst>
              <a:ext uri="{FF2B5EF4-FFF2-40B4-BE49-F238E27FC236}">
                <a16:creationId xmlns:a16="http://schemas.microsoft.com/office/drawing/2014/main" id="{A32ECFE6-8936-8D51-ED15-284CE4010C5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746352" y="3865760"/>
            <a:ext cx="344319" cy="344319"/>
          </a:xfrm>
          <a:prstGeom prst="rect">
            <a:avLst/>
          </a:prstGeom>
        </p:spPr>
      </p:pic>
      <p:sp>
        <p:nvSpPr>
          <p:cNvPr id="12" name="角丸四角形 11">
            <a:extLst>
              <a:ext uri="{FF2B5EF4-FFF2-40B4-BE49-F238E27FC236}">
                <a16:creationId xmlns:a16="http://schemas.microsoft.com/office/drawing/2014/main" id="{17C0B379-862E-8C26-0798-21DE28C065B5}"/>
              </a:ext>
            </a:extLst>
          </p:cNvPr>
          <p:cNvSpPr/>
          <p:nvPr/>
        </p:nvSpPr>
        <p:spPr>
          <a:xfrm>
            <a:off x="1888693" y="2832605"/>
            <a:ext cx="5190724" cy="850303"/>
          </a:xfrm>
          <a:prstGeom prst="roundRect">
            <a:avLst>
              <a:gd name="adj" fmla="val 6786"/>
            </a:avLst>
          </a:prstGeom>
          <a:noFill/>
          <a:ln w="1270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3" name="テキスト ボックス 12">
            <a:extLst>
              <a:ext uri="{FF2B5EF4-FFF2-40B4-BE49-F238E27FC236}">
                <a16:creationId xmlns:a16="http://schemas.microsoft.com/office/drawing/2014/main" id="{402A80E3-F3DB-44BE-E8F7-B0E281AC1557}"/>
              </a:ext>
            </a:extLst>
          </p:cNvPr>
          <p:cNvSpPr txBox="1"/>
          <p:nvPr/>
        </p:nvSpPr>
        <p:spPr>
          <a:xfrm>
            <a:off x="2269561" y="6269990"/>
            <a:ext cx="1312396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ja-JP" sz="1100" dirty="0">
                <a:latin typeface="Segoe UI" panose="020B0502040204020203" pitchFamily="34" charset="0"/>
                <a:cs typeface="Segoe UI" panose="020B0502040204020203" pitchFamily="34" charset="0"/>
              </a:rPr>
              <a:t>Availability Zone</a:t>
            </a:r>
            <a:r>
              <a:rPr kumimoji="1" lang="en-US" altLang="ja-JP" sz="1100" dirty="0">
                <a:latin typeface="Segoe UI" panose="020B0502040204020203" pitchFamily="34" charset="0"/>
                <a:cs typeface="Segoe UI" panose="020B0502040204020203" pitchFamily="34" charset="0"/>
              </a:rPr>
              <a:t> 1</a:t>
            </a:r>
            <a:endParaRPr kumimoji="1" lang="ja-JP" altLang="en-US" sz="110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5" name="テキスト ボックス 14">
            <a:extLst>
              <a:ext uri="{FF2B5EF4-FFF2-40B4-BE49-F238E27FC236}">
                <a16:creationId xmlns:a16="http://schemas.microsoft.com/office/drawing/2014/main" id="{16B54C96-6B00-0017-5115-680DA69F2620}"/>
              </a:ext>
            </a:extLst>
          </p:cNvPr>
          <p:cNvSpPr txBox="1"/>
          <p:nvPr/>
        </p:nvSpPr>
        <p:spPr>
          <a:xfrm>
            <a:off x="7273072" y="4166897"/>
            <a:ext cx="131239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ja-JP" sz="1100" dirty="0">
                <a:latin typeface="Segoe UI" panose="020B0502040204020203" pitchFamily="34" charset="0"/>
                <a:cs typeface="Segoe UI" panose="020B0502040204020203" pitchFamily="34" charset="0"/>
              </a:rPr>
              <a:t>Azure Backup</a:t>
            </a:r>
            <a:endParaRPr kumimoji="1" lang="ja-JP" altLang="en-US" sz="110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pic>
        <p:nvPicPr>
          <p:cNvPr id="16" name="グラフィックス 15">
            <a:extLst>
              <a:ext uri="{FF2B5EF4-FFF2-40B4-BE49-F238E27FC236}">
                <a16:creationId xmlns:a16="http://schemas.microsoft.com/office/drawing/2014/main" id="{B1CA3562-C16E-9AC5-A844-C898B7CEE55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746333" y="4485983"/>
            <a:ext cx="344319" cy="344319"/>
          </a:xfrm>
          <a:prstGeom prst="rect">
            <a:avLst/>
          </a:prstGeom>
        </p:spPr>
      </p:pic>
      <p:sp>
        <p:nvSpPr>
          <p:cNvPr id="17" name="テキスト ボックス 16">
            <a:extLst>
              <a:ext uri="{FF2B5EF4-FFF2-40B4-BE49-F238E27FC236}">
                <a16:creationId xmlns:a16="http://schemas.microsoft.com/office/drawing/2014/main" id="{2BA98A08-5F13-4FB3-97F5-2352D2BD684B}"/>
              </a:ext>
            </a:extLst>
          </p:cNvPr>
          <p:cNvSpPr txBox="1"/>
          <p:nvPr/>
        </p:nvSpPr>
        <p:spPr>
          <a:xfrm>
            <a:off x="7197750" y="4810869"/>
            <a:ext cx="1496211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ja-JP" sz="1100" dirty="0">
                <a:latin typeface="Segoe UI" panose="020B0502040204020203" pitchFamily="34" charset="0"/>
                <a:cs typeface="Segoe UI" panose="020B0502040204020203" pitchFamily="34" charset="0"/>
              </a:rPr>
              <a:t>Azure Site Recovery</a:t>
            </a:r>
            <a:endParaRPr kumimoji="1" lang="ja-JP" altLang="en-US" sz="110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8" name="角丸四角形 17">
            <a:extLst>
              <a:ext uri="{FF2B5EF4-FFF2-40B4-BE49-F238E27FC236}">
                <a16:creationId xmlns:a16="http://schemas.microsoft.com/office/drawing/2014/main" id="{29A02755-CB74-9014-0504-25DB5D0D5E4E}"/>
              </a:ext>
            </a:extLst>
          </p:cNvPr>
          <p:cNvSpPr/>
          <p:nvPr/>
        </p:nvSpPr>
        <p:spPr>
          <a:xfrm>
            <a:off x="1879205" y="3885487"/>
            <a:ext cx="5200212" cy="850303"/>
          </a:xfrm>
          <a:prstGeom prst="roundRect">
            <a:avLst>
              <a:gd name="adj" fmla="val 6786"/>
            </a:avLst>
          </a:prstGeom>
          <a:noFill/>
          <a:ln w="1270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9" name="角丸四角形 18">
            <a:extLst>
              <a:ext uri="{FF2B5EF4-FFF2-40B4-BE49-F238E27FC236}">
                <a16:creationId xmlns:a16="http://schemas.microsoft.com/office/drawing/2014/main" id="{FF81484E-79CD-A0D2-35D4-F6A79D77732F}"/>
              </a:ext>
            </a:extLst>
          </p:cNvPr>
          <p:cNvSpPr/>
          <p:nvPr/>
        </p:nvSpPr>
        <p:spPr>
          <a:xfrm>
            <a:off x="1888692" y="4990800"/>
            <a:ext cx="5190723" cy="850303"/>
          </a:xfrm>
          <a:prstGeom prst="roundRect">
            <a:avLst>
              <a:gd name="adj" fmla="val 6786"/>
            </a:avLst>
          </a:prstGeom>
          <a:noFill/>
          <a:ln w="1270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20" name="テキスト ボックス 19">
            <a:extLst>
              <a:ext uri="{FF2B5EF4-FFF2-40B4-BE49-F238E27FC236}">
                <a16:creationId xmlns:a16="http://schemas.microsoft.com/office/drawing/2014/main" id="{83D18896-5DB8-2B6A-CAD0-35F9704A0720}"/>
              </a:ext>
            </a:extLst>
          </p:cNvPr>
          <p:cNvSpPr txBox="1"/>
          <p:nvPr/>
        </p:nvSpPr>
        <p:spPr>
          <a:xfrm>
            <a:off x="1888692" y="2863223"/>
            <a:ext cx="131239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sz="1100" dirty="0">
                <a:latin typeface="Segoe UI" panose="020B0502040204020203" pitchFamily="34" charset="0"/>
                <a:cs typeface="Segoe UI" panose="020B0502040204020203" pitchFamily="34" charset="0"/>
              </a:rPr>
              <a:t>Subnet 1</a:t>
            </a:r>
            <a:endParaRPr kumimoji="1" lang="ja-JP" altLang="en-US" sz="110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21" name="テキスト ボックス 20">
            <a:extLst>
              <a:ext uri="{FF2B5EF4-FFF2-40B4-BE49-F238E27FC236}">
                <a16:creationId xmlns:a16="http://schemas.microsoft.com/office/drawing/2014/main" id="{95AFAFB6-0618-0712-45F1-78964A4F8C0C}"/>
              </a:ext>
            </a:extLst>
          </p:cNvPr>
          <p:cNvSpPr txBox="1"/>
          <p:nvPr/>
        </p:nvSpPr>
        <p:spPr>
          <a:xfrm>
            <a:off x="1879204" y="3921970"/>
            <a:ext cx="131239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sz="1100" dirty="0">
                <a:latin typeface="Segoe UI" panose="020B0502040204020203" pitchFamily="34" charset="0"/>
                <a:cs typeface="Segoe UI" panose="020B0502040204020203" pitchFamily="34" charset="0"/>
              </a:rPr>
              <a:t>Subnet 2</a:t>
            </a:r>
            <a:endParaRPr kumimoji="1" lang="ja-JP" altLang="en-US" sz="110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22" name="テキスト ボックス 21">
            <a:extLst>
              <a:ext uri="{FF2B5EF4-FFF2-40B4-BE49-F238E27FC236}">
                <a16:creationId xmlns:a16="http://schemas.microsoft.com/office/drawing/2014/main" id="{0ABD03C0-0797-58C7-4FD2-DA6DA7BC5174}"/>
              </a:ext>
            </a:extLst>
          </p:cNvPr>
          <p:cNvSpPr txBox="1"/>
          <p:nvPr/>
        </p:nvSpPr>
        <p:spPr>
          <a:xfrm>
            <a:off x="1879204" y="5032405"/>
            <a:ext cx="131239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sz="1100" dirty="0">
                <a:latin typeface="Segoe UI" panose="020B0502040204020203" pitchFamily="34" charset="0"/>
                <a:cs typeface="Segoe UI" panose="020B0502040204020203" pitchFamily="34" charset="0"/>
              </a:rPr>
              <a:t>Subnet 3</a:t>
            </a:r>
            <a:endParaRPr kumimoji="1" lang="ja-JP" altLang="en-US" sz="110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pic>
        <p:nvPicPr>
          <p:cNvPr id="23" name="グラフィックス 22">
            <a:extLst>
              <a:ext uri="{FF2B5EF4-FFF2-40B4-BE49-F238E27FC236}">
                <a16:creationId xmlns:a16="http://schemas.microsoft.com/office/drawing/2014/main" id="{D6645845-6C77-7A00-6EFC-86451B009C3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715162" y="3124833"/>
            <a:ext cx="376591" cy="376591"/>
          </a:xfrm>
          <a:prstGeom prst="rect">
            <a:avLst/>
          </a:prstGeom>
        </p:spPr>
      </p:pic>
      <p:pic>
        <p:nvPicPr>
          <p:cNvPr id="24" name="グラフィックス 23">
            <a:extLst>
              <a:ext uri="{FF2B5EF4-FFF2-40B4-BE49-F238E27FC236}">
                <a16:creationId xmlns:a16="http://schemas.microsoft.com/office/drawing/2014/main" id="{41DC2483-17AE-7C29-418A-01DE2A17286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389133" y="3124883"/>
            <a:ext cx="376591" cy="376591"/>
          </a:xfrm>
          <a:prstGeom prst="rect">
            <a:avLst/>
          </a:prstGeom>
        </p:spPr>
      </p:pic>
      <p:sp>
        <p:nvSpPr>
          <p:cNvPr id="25" name="テキスト ボックス 24">
            <a:extLst>
              <a:ext uri="{FF2B5EF4-FFF2-40B4-BE49-F238E27FC236}">
                <a16:creationId xmlns:a16="http://schemas.microsoft.com/office/drawing/2014/main" id="{88E0DD02-6491-E5AB-8303-E4F42794468D}"/>
              </a:ext>
            </a:extLst>
          </p:cNvPr>
          <p:cNvSpPr txBox="1"/>
          <p:nvPr/>
        </p:nvSpPr>
        <p:spPr>
          <a:xfrm>
            <a:off x="2240089" y="3479819"/>
            <a:ext cx="131239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ja-JP" sz="1100" dirty="0">
                <a:latin typeface="Segoe UI" panose="020B0502040204020203" pitchFamily="34" charset="0"/>
                <a:cs typeface="Segoe UI" panose="020B0502040204020203" pitchFamily="34" charset="0"/>
              </a:rPr>
              <a:t>Web VM</a:t>
            </a:r>
            <a:endParaRPr kumimoji="1" lang="ja-JP" altLang="en-US" sz="110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26" name="テキスト ボックス 25">
            <a:extLst>
              <a:ext uri="{FF2B5EF4-FFF2-40B4-BE49-F238E27FC236}">
                <a16:creationId xmlns:a16="http://schemas.microsoft.com/office/drawing/2014/main" id="{CD0784A4-4F99-5A70-2FB6-921EB6CB0738}"/>
              </a:ext>
            </a:extLst>
          </p:cNvPr>
          <p:cNvSpPr txBox="1"/>
          <p:nvPr/>
        </p:nvSpPr>
        <p:spPr>
          <a:xfrm>
            <a:off x="3891369" y="3479819"/>
            <a:ext cx="131239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ja-JP" sz="1100" dirty="0">
                <a:latin typeface="Segoe UI" panose="020B0502040204020203" pitchFamily="34" charset="0"/>
                <a:cs typeface="Segoe UI" panose="020B0502040204020203" pitchFamily="34" charset="0"/>
              </a:rPr>
              <a:t>Web VM</a:t>
            </a:r>
            <a:endParaRPr kumimoji="1" lang="ja-JP" altLang="en-US" sz="110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pic>
        <p:nvPicPr>
          <p:cNvPr id="27" name="グラフィックス 26">
            <a:extLst>
              <a:ext uri="{FF2B5EF4-FFF2-40B4-BE49-F238E27FC236}">
                <a16:creationId xmlns:a16="http://schemas.microsoft.com/office/drawing/2014/main" id="{1F4F8933-B2D5-9348-10E5-A2497E57268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715162" y="4183530"/>
            <a:ext cx="376591" cy="376591"/>
          </a:xfrm>
          <a:prstGeom prst="rect">
            <a:avLst/>
          </a:prstGeom>
        </p:spPr>
      </p:pic>
      <p:pic>
        <p:nvPicPr>
          <p:cNvPr id="28" name="グラフィックス 27">
            <a:extLst>
              <a:ext uri="{FF2B5EF4-FFF2-40B4-BE49-F238E27FC236}">
                <a16:creationId xmlns:a16="http://schemas.microsoft.com/office/drawing/2014/main" id="{ECA8D907-F703-C209-3D65-9EAF510B314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389133" y="4183580"/>
            <a:ext cx="376591" cy="376591"/>
          </a:xfrm>
          <a:prstGeom prst="rect">
            <a:avLst/>
          </a:prstGeom>
        </p:spPr>
      </p:pic>
      <p:sp>
        <p:nvSpPr>
          <p:cNvPr id="29" name="テキスト ボックス 28">
            <a:extLst>
              <a:ext uri="{FF2B5EF4-FFF2-40B4-BE49-F238E27FC236}">
                <a16:creationId xmlns:a16="http://schemas.microsoft.com/office/drawing/2014/main" id="{E30C7D28-8F87-E7F4-0F00-56F95CFFDFC9}"/>
              </a:ext>
            </a:extLst>
          </p:cNvPr>
          <p:cNvSpPr txBox="1"/>
          <p:nvPr/>
        </p:nvSpPr>
        <p:spPr>
          <a:xfrm>
            <a:off x="2240089" y="4538516"/>
            <a:ext cx="131239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ja-JP" sz="1100" dirty="0">
                <a:latin typeface="Segoe UI" panose="020B0502040204020203" pitchFamily="34" charset="0"/>
                <a:cs typeface="Segoe UI" panose="020B0502040204020203" pitchFamily="34" charset="0"/>
              </a:rPr>
              <a:t>App</a:t>
            </a:r>
            <a:r>
              <a:rPr kumimoji="1" lang="en-US" altLang="ja-JP" sz="1100" dirty="0">
                <a:latin typeface="Segoe UI" panose="020B0502040204020203" pitchFamily="34" charset="0"/>
                <a:cs typeface="Segoe UI" panose="020B0502040204020203" pitchFamily="34" charset="0"/>
              </a:rPr>
              <a:t> VM</a:t>
            </a:r>
            <a:endParaRPr kumimoji="1" lang="ja-JP" altLang="en-US" sz="110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30" name="テキスト ボックス 29">
            <a:extLst>
              <a:ext uri="{FF2B5EF4-FFF2-40B4-BE49-F238E27FC236}">
                <a16:creationId xmlns:a16="http://schemas.microsoft.com/office/drawing/2014/main" id="{905F516A-39D4-96AE-9F66-2F6EE9150EA1}"/>
              </a:ext>
            </a:extLst>
          </p:cNvPr>
          <p:cNvSpPr txBox="1"/>
          <p:nvPr/>
        </p:nvSpPr>
        <p:spPr>
          <a:xfrm>
            <a:off x="3891369" y="4538516"/>
            <a:ext cx="131239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ja-JP" sz="1100" dirty="0">
                <a:latin typeface="Segoe UI" panose="020B0502040204020203" pitchFamily="34" charset="0"/>
                <a:cs typeface="Segoe UI" panose="020B0502040204020203" pitchFamily="34" charset="0"/>
              </a:rPr>
              <a:t>App</a:t>
            </a:r>
            <a:r>
              <a:rPr kumimoji="1" lang="en-US" altLang="ja-JP" sz="1100" dirty="0">
                <a:latin typeface="Segoe UI" panose="020B0502040204020203" pitchFamily="34" charset="0"/>
                <a:cs typeface="Segoe UI" panose="020B0502040204020203" pitchFamily="34" charset="0"/>
              </a:rPr>
              <a:t> VM</a:t>
            </a:r>
            <a:endParaRPr kumimoji="1" lang="ja-JP" altLang="en-US" sz="110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pic>
        <p:nvPicPr>
          <p:cNvPr id="31" name="グラフィックス 30">
            <a:extLst>
              <a:ext uri="{FF2B5EF4-FFF2-40B4-BE49-F238E27FC236}">
                <a16:creationId xmlns:a16="http://schemas.microsoft.com/office/drawing/2014/main" id="{BC1E1AAE-F468-53C9-D673-AC00258B506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694007" y="5284866"/>
            <a:ext cx="376591" cy="376591"/>
          </a:xfrm>
          <a:prstGeom prst="rect">
            <a:avLst/>
          </a:prstGeom>
        </p:spPr>
      </p:pic>
      <p:pic>
        <p:nvPicPr>
          <p:cNvPr id="32" name="グラフィックス 31">
            <a:extLst>
              <a:ext uri="{FF2B5EF4-FFF2-40B4-BE49-F238E27FC236}">
                <a16:creationId xmlns:a16="http://schemas.microsoft.com/office/drawing/2014/main" id="{6699E87A-F549-6AF0-2667-4E90282F2DF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367978" y="5284916"/>
            <a:ext cx="376591" cy="376591"/>
          </a:xfrm>
          <a:prstGeom prst="rect">
            <a:avLst/>
          </a:prstGeom>
        </p:spPr>
      </p:pic>
      <p:sp>
        <p:nvSpPr>
          <p:cNvPr id="33" name="テキスト ボックス 32">
            <a:extLst>
              <a:ext uri="{FF2B5EF4-FFF2-40B4-BE49-F238E27FC236}">
                <a16:creationId xmlns:a16="http://schemas.microsoft.com/office/drawing/2014/main" id="{126026F8-7616-7644-16C5-6A5E8826FFEE}"/>
              </a:ext>
            </a:extLst>
          </p:cNvPr>
          <p:cNvSpPr txBox="1"/>
          <p:nvPr/>
        </p:nvSpPr>
        <p:spPr>
          <a:xfrm>
            <a:off x="2218934" y="5639852"/>
            <a:ext cx="131239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ja-JP" sz="1100" dirty="0">
                <a:latin typeface="Segoe UI" panose="020B0502040204020203" pitchFamily="34" charset="0"/>
                <a:cs typeface="Segoe UI" panose="020B0502040204020203" pitchFamily="34" charset="0"/>
              </a:rPr>
              <a:t>DB </a:t>
            </a:r>
            <a:r>
              <a:rPr kumimoji="1" lang="en-US" altLang="ja-JP" sz="1100" dirty="0">
                <a:latin typeface="Segoe UI" panose="020B0502040204020203" pitchFamily="34" charset="0"/>
                <a:cs typeface="Segoe UI" panose="020B0502040204020203" pitchFamily="34" charset="0"/>
              </a:rPr>
              <a:t>VM</a:t>
            </a:r>
            <a:endParaRPr kumimoji="1" lang="ja-JP" altLang="en-US" sz="110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34" name="テキスト ボックス 33">
            <a:extLst>
              <a:ext uri="{FF2B5EF4-FFF2-40B4-BE49-F238E27FC236}">
                <a16:creationId xmlns:a16="http://schemas.microsoft.com/office/drawing/2014/main" id="{64BD4BEA-E256-767D-5C4F-ADB5EFA11659}"/>
              </a:ext>
            </a:extLst>
          </p:cNvPr>
          <p:cNvSpPr txBox="1"/>
          <p:nvPr/>
        </p:nvSpPr>
        <p:spPr>
          <a:xfrm>
            <a:off x="3870214" y="5639852"/>
            <a:ext cx="131239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ja-JP" sz="1100" dirty="0">
                <a:latin typeface="Segoe UI" panose="020B0502040204020203" pitchFamily="34" charset="0"/>
                <a:cs typeface="Segoe UI" panose="020B0502040204020203" pitchFamily="34" charset="0"/>
              </a:rPr>
              <a:t>DB</a:t>
            </a:r>
            <a:r>
              <a:rPr kumimoji="1" lang="en-US" altLang="ja-JP" sz="1100" dirty="0">
                <a:latin typeface="Segoe UI" panose="020B0502040204020203" pitchFamily="34" charset="0"/>
                <a:cs typeface="Segoe UI" panose="020B0502040204020203" pitchFamily="34" charset="0"/>
              </a:rPr>
              <a:t> VM</a:t>
            </a:r>
            <a:endParaRPr kumimoji="1" lang="ja-JP" altLang="en-US" sz="110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pic>
        <p:nvPicPr>
          <p:cNvPr id="35" name="グラフィックス 34">
            <a:extLst>
              <a:ext uri="{FF2B5EF4-FFF2-40B4-BE49-F238E27FC236}">
                <a16:creationId xmlns:a16="http://schemas.microsoft.com/office/drawing/2014/main" id="{C242E2D7-3CB0-45AF-119D-D505A3EE04F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309762" y="3176340"/>
            <a:ext cx="279755" cy="279755"/>
          </a:xfrm>
          <a:prstGeom prst="rect">
            <a:avLst/>
          </a:prstGeom>
        </p:spPr>
      </p:pic>
      <p:pic>
        <p:nvPicPr>
          <p:cNvPr id="36" name="グラフィックス 35">
            <a:extLst>
              <a:ext uri="{FF2B5EF4-FFF2-40B4-BE49-F238E27FC236}">
                <a16:creationId xmlns:a16="http://schemas.microsoft.com/office/drawing/2014/main" id="{9F791CA3-261E-529B-4134-5781ED93684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020844" y="3176340"/>
            <a:ext cx="279755" cy="279755"/>
          </a:xfrm>
          <a:prstGeom prst="rect">
            <a:avLst/>
          </a:prstGeom>
        </p:spPr>
      </p:pic>
      <p:sp>
        <p:nvSpPr>
          <p:cNvPr id="37" name="テキスト ボックス 36">
            <a:extLst>
              <a:ext uri="{FF2B5EF4-FFF2-40B4-BE49-F238E27FC236}">
                <a16:creationId xmlns:a16="http://schemas.microsoft.com/office/drawing/2014/main" id="{425115E8-31F8-DC86-6B24-0F96EABC6685}"/>
              </a:ext>
            </a:extLst>
          </p:cNvPr>
          <p:cNvSpPr txBox="1"/>
          <p:nvPr/>
        </p:nvSpPr>
        <p:spPr>
          <a:xfrm>
            <a:off x="3179400" y="3428034"/>
            <a:ext cx="541601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ja-JP" sz="1100" dirty="0">
                <a:latin typeface="Segoe UI" panose="020B0502040204020203" pitchFamily="34" charset="0"/>
                <a:cs typeface="Segoe UI" panose="020B0502040204020203" pitchFamily="34" charset="0"/>
              </a:rPr>
              <a:t>Disk</a:t>
            </a:r>
            <a:endParaRPr kumimoji="1" lang="ja-JP" altLang="en-US" sz="110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38" name="テキスト ボックス 37">
            <a:extLst>
              <a:ext uri="{FF2B5EF4-FFF2-40B4-BE49-F238E27FC236}">
                <a16:creationId xmlns:a16="http://schemas.microsoft.com/office/drawing/2014/main" id="{03E32822-67E7-EFA9-99C7-6D04F1F9C3C7}"/>
              </a:ext>
            </a:extLst>
          </p:cNvPr>
          <p:cNvSpPr txBox="1"/>
          <p:nvPr/>
        </p:nvSpPr>
        <p:spPr>
          <a:xfrm>
            <a:off x="4881569" y="3452795"/>
            <a:ext cx="541601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ja-JP" sz="1100" dirty="0">
                <a:latin typeface="Segoe UI" panose="020B0502040204020203" pitchFamily="34" charset="0"/>
                <a:cs typeface="Segoe UI" panose="020B0502040204020203" pitchFamily="34" charset="0"/>
              </a:rPr>
              <a:t>Disk</a:t>
            </a:r>
            <a:endParaRPr kumimoji="1" lang="ja-JP" altLang="en-US" sz="110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pic>
        <p:nvPicPr>
          <p:cNvPr id="39" name="グラフィックス 38">
            <a:extLst>
              <a:ext uri="{FF2B5EF4-FFF2-40B4-BE49-F238E27FC236}">
                <a16:creationId xmlns:a16="http://schemas.microsoft.com/office/drawing/2014/main" id="{D3F91CC2-8171-922B-8309-36BE98E489A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292675" y="4222940"/>
            <a:ext cx="279755" cy="279755"/>
          </a:xfrm>
          <a:prstGeom prst="rect">
            <a:avLst/>
          </a:prstGeom>
        </p:spPr>
      </p:pic>
      <p:pic>
        <p:nvPicPr>
          <p:cNvPr id="40" name="グラフィックス 39">
            <a:extLst>
              <a:ext uri="{FF2B5EF4-FFF2-40B4-BE49-F238E27FC236}">
                <a16:creationId xmlns:a16="http://schemas.microsoft.com/office/drawing/2014/main" id="{28EFC3D8-00EB-39B4-6711-4ED2079C5E1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003757" y="4222940"/>
            <a:ext cx="279755" cy="279755"/>
          </a:xfrm>
          <a:prstGeom prst="rect">
            <a:avLst/>
          </a:prstGeom>
        </p:spPr>
      </p:pic>
      <p:sp>
        <p:nvSpPr>
          <p:cNvPr id="41" name="テキスト ボックス 40">
            <a:extLst>
              <a:ext uri="{FF2B5EF4-FFF2-40B4-BE49-F238E27FC236}">
                <a16:creationId xmlns:a16="http://schemas.microsoft.com/office/drawing/2014/main" id="{B4B5690A-7415-8185-314B-A722D4D9B114}"/>
              </a:ext>
            </a:extLst>
          </p:cNvPr>
          <p:cNvSpPr txBox="1"/>
          <p:nvPr/>
        </p:nvSpPr>
        <p:spPr>
          <a:xfrm>
            <a:off x="3162313" y="4474634"/>
            <a:ext cx="541601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ja-JP" sz="1100" dirty="0">
                <a:latin typeface="Segoe UI" panose="020B0502040204020203" pitchFamily="34" charset="0"/>
                <a:cs typeface="Segoe UI" panose="020B0502040204020203" pitchFamily="34" charset="0"/>
              </a:rPr>
              <a:t>Disk</a:t>
            </a:r>
            <a:endParaRPr kumimoji="1" lang="ja-JP" altLang="en-US" sz="110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42" name="テキスト ボックス 41">
            <a:extLst>
              <a:ext uri="{FF2B5EF4-FFF2-40B4-BE49-F238E27FC236}">
                <a16:creationId xmlns:a16="http://schemas.microsoft.com/office/drawing/2014/main" id="{232C1797-7672-E8E9-4D7A-0288615DDD09}"/>
              </a:ext>
            </a:extLst>
          </p:cNvPr>
          <p:cNvSpPr txBox="1"/>
          <p:nvPr/>
        </p:nvSpPr>
        <p:spPr>
          <a:xfrm>
            <a:off x="4864097" y="4466060"/>
            <a:ext cx="541601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ja-JP" sz="1100" dirty="0">
                <a:latin typeface="Segoe UI" panose="020B0502040204020203" pitchFamily="34" charset="0"/>
                <a:cs typeface="Segoe UI" panose="020B0502040204020203" pitchFamily="34" charset="0"/>
              </a:rPr>
              <a:t>Disk</a:t>
            </a:r>
            <a:endParaRPr kumimoji="1" lang="ja-JP" altLang="en-US" sz="110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pic>
        <p:nvPicPr>
          <p:cNvPr id="43" name="グラフィックス 42">
            <a:extLst>
              <a:ext uri="{FF2B5EF4-FFF2-40B4-BE49-F238E27FC236}">
                <a16:creationId xmlns:a16="http://schemas.microsoft.com/office/drawing/2014/main" id="{0243BA06-8FB4-1E18-7F17-46E759DBF84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292675" y="5385961"/>
            <a:ext cx="279755" cy="279755"/>
          </a:xfrm>
          <a:prstGeom prst="rect">
            <a:avLst/>
          </a:prstGeom>
        </p:spPr>
      </p:pic>
      <p:pic>
        <p:nvPicPr>
          <p:cNvPr id="44" name="グラフィックス 43">
            <a:extLst>
              <a:ext uri="{FF2B5EF4-FFF2-40B4-BE49-F238E27FC236}">
                <a16:creationId xmlns:a16="http://schemas.microsoft.com/office/drawing/2014/main" id="{928DC3E5-4F41-9FA4-8721-FBBCAA72229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003757" y="5385961"/>
            <a:ext cx="279755" cy="279755"/>
          </a:xfrm>
          <a:prstGeom prst="rect">
            <a:avLst/>
          </a:prstGeom>
        </p:spPr>
      </p:pic>
      <p:sp>
        <p:nvSpPr>
          <p:cNvPr id="45" name="テキスト ボックス 44">
            <a:extLst>
              <a:ext uri="{FF2B5EF4-FFF2-40B4-BE49-F238E27FC236}">
                <a16:creationId xmlns:a16="http://schemas.microsoft.com/office/drawing/2014/main" id="{1D7A27D4-2744-F56C-76DD-CEB84012FF03}"/>
              </a:ext>
            </a:extLst>
          </p:cNvPr>
          <p:cNvSpPr txBox="1"/>
          <p:nvPr/>
        </p:nvSpPr>
        <p:spPr>
          <a:xfrm>
            <a:off x="3162313" y="5637655"/>
            <a:ext cx="541601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ja-JP" sz="1100" dirty="0">
                <a:latin typeface="Segoe UI" panose="020B0502040204020203" pitchFamily="34" charset="0"/>
                <a:cs typeface="Segoe UI" panose="020B0502040204020203" pitchFamily="34" charset="0"/>
              </a:rPr>
              <a:t>Disk</a:t>
            </a:r>
            <a:endParaRPr kumimoji="1" lang="ja-JP" altLang="en-US" sz="110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46" name="テキスト ボックス 45">
            <a:extLst>
              <a:ext uri="{FF2B5EF4-FFF2-40B4-BE49-F238E27FC236}">
                <a16:creationId xmlns:a16="http://schemas.microsoft.com/office/drawing/2014/main" id="{D9050256-FB7B-F538-AE8D-4C0F3F6C9942}"/>
              </a:ext>
            </a:extLst>
          </p:cNvPr>
          <p:cNvSpPr txBox="1"/>
          <p:nvPr/>
        </p:nvSpPr>
        <p:spPr>
          <a:xfrm>
            <a:off x="4864097" y="5629081"/>
            <a:ext cx="541601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ja-JP" sz="1100" dirty="0">
                <a:latin typeface="Segoe UI" panose="020B0502040204020203" pitchFamily="34" charset="0"/>
                <a:cs typeface="Segoe UI" panose="020B0502040204020203" pitchFamily="34" charset="0"/>
              </a:rPr>
              <a:t>Disk</a:t>
            </a:r>
            <a:endParaRPr kumimoji="1" lang="ja-JP" altLang="en-US" sz="110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48" name="テキスト ボックス 47">
            <a:extLst>
              <a:ext uri="{FF2B5EF4-FFF2-40B4-BE49-F238E27FC236}">
                <a16:creationId xmlns:a16="http://schemas.microsoft.com/office/drawing/2014/main" id="{BD600033-EE0A-B497-686E-DC95DCA81467}"/>
              </a:ext>
            </a:extLst>
          </p:cNvPr>
          <p:cNvSpPr txBox="1"/>
          <p:nvPr/>
        </p:nvSpPr>
        <p:spPr>
          <a:xfrm>
            <a:off x="3887121" y="2450537"/>
            <a:ext cx="1377323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sz="1100" dirty="0">
                <a:latin typeface="Segoe UI" panose="020B0502040204020203" pitchFamily="34" charset="0"/>
                <a:cs typeface="Segoe UI" panose="020B0502040204020203" pitchFamily="34" charset="0"/>
              </a:rPr>
              <a:t>Application Gateway</a:t>
            </a:r>
            <a:endParaRPr kumimoji="1" lang="ja-JP" altLang="en-US" sz="110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pic>
        <p:nvPicPr>
          <p:cNvPr id="49" name="グラフィックス 48">
            <a:extLst>
              <a:ext uri="{FF2B5EF4-FFF2-40B4-BE49-F238E27FC236}">
                <a16:creationId xmlns:a16="http://schemas.microsoft.com/office/drawing/2014/main" id="{990B26FC-A186-24FA-28F7-9C391D80F70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3615686" y="3761579"/>
            <a:ext cx="279755" cy="279755"/>
          </a:xfrm>
          <a:prstGeom prst="rect">
            <a:avLst/>
          </a:prstGeom>
        </p:spPr>
      </p:pic>
      <p:sp>
        <p:nvSpPr>
          <p:cNvPr id="50" name="テキスト ボックス 49">
            <a:extLst>
              <a:ext uri="{FF2B5EF4-FFF2-40B4-BE49-F238E27FC236}">
                <a16:creationId xmlns:a16="http://schemas.microsoft.com/office/drawing/2014/main" id="{74F9779E-49A4-35C0-155C-B36EB3A59B63}"/>
              </a:ext>
            </a:extLst>
          </p:cNvPr>
          <p:cNvSpPr txBox="1"/>
          <p:nvPr/>
        </p:nvSpPr>
        <p:spPr>
          <a:xfrm>
            <a:off x="3818766" y="3646255"/>
            <a:ext cx="398505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ja-JP" sz="1100" dirty="0">
                <a:latin typeface="Segoe UI" panose="020B0502040204020203" pitchFamily="34" charset="0"/>
                <a:cs typeface="Segoe UI" panose="020B0502040204020203" pitchFamily="34" charset="0"/>
              </a:rPr>
              <a:t>LB</a:t>
            </a:r>
            <a:endParaRPr kumimoji="1" lang="ja-JP" altLang="en-US" sz="110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pic>
        <p:nvPicPr>
          <p:cNvPr id="53" name="グラフィックス 52">
            <a:extLst>
              <a:ext uri="{FF2B5EF4-FFF2-40B4-BE49-F238E27FC236}">
                <a16:creationId xmlns:a16="http://schemas.microsoft.com/office/drawing/2014/main" id="{671433FD-1629-B690-6B1E-086BBBE7D7D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7789392" y="2648295"/>
            <a:ext cx="279755" cy="279755"/>
          </a:xfrm>
          <a:prstGeom prst="rect">
            <a:avLst/>
          </a:prstGeom>
        </p:spPr>
      </p:pic>
      <p:sp>
        <p:nvSpPr>
          <p:cNvPr id="54" name="テキスト ボックス 53">
            <a:extLst>
              <a:ext uri="{FF2B5EF4-FFF2-40B4-BE49-F238E27FC236}">
                <a16:creationId xmlns:a16="http://schemas.microsoft.com/office/drawing/2014/main" id="{A9D95E10-AFCE-BE8E-2FE3-668136021A59}"/>
              </a:ext>
            </a:extLst>
          </p:cNvPr>
          <p:cNvSpPr txBox="1"/>
          <p:nvPr/>
        </p:nvSpPr>
        <p:spPr>
          <a:xfrm>
            <a:off x="7297967" y="2939942"/>
            <a:ext cx="131239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ja-JP" sz="1100" dirty="0">
                <a:latin typeface="Segoe UI" panose="020B0502040204020203" pitchFamily="34" charset="0"/>
                <a:cs typeface="Segoe UI" panose="020B0502040204020203" pitchFamily="34" charset="0"/>
              </a:rPr>
              <a:t>Azure Monitor</a:t>
            </a:r>
            <a:endParaRPr kumimoji="1" lang="ja-JP" altLang="en-US" sz="110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pic>
        <p:nvPicPr>
          <p:cNvPr id="55" name="グラフィックス 54">
            <a:extLst>
              <a:ext uri="{FF2B5EF4-FFF2-40B4-BE49-F238E27FC236}">
                <a16:creationId xmlns:a16="http://schemas.microsoft.com/office/drawing/2014/main" id="{DFCB8C48-E181-2860-A212-2923D71C051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7814287" y="3245800"/>
            <a:ext cx="279755" cy="279755"/>
          </a:xfrm>
          <a:prstGeom prst="rect">
            <a:avLst/>
          </a:prstGeom>
        </p:spPr>
      </p:pic>
      <p:sp>
        <p:nvSpPr>
          <p:cNvPr id="56" name="テキスト ボックス 55">
            <a:extLst>
              <a:ext uri="{FF2B5EF4-FFF2-40B4-BE49-F238E27FC236}">
                <a16:creationId xmlns:a16="http://schemas.microsoft.com/office/drawing/2014/main" id="{4925FF2E-805F-966D-CD55-0BAC313BB0D8}"/>
              </a:ext>
            </a:extLst>
          </p:cNvPr>
          <p:cNvSpPr txBox="1"/>
          <p:nvPr/>
        </p:nvSpPr>
        <p:spPr>
          <a:xfrm>
            <a:off x="7286502" y="3545267"/>
            <a:ext cx="131239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ja-JP" sz="1100" dirty="0">
                <a:latin typeface="Segoe UI" panose="020B0502040204020203" pitchFamily="34" charset="0"/>
                <a:cs typeface="Segoe UI" panose="020B0502040204020203" pitchFamily="34" charset="0"/>
              </a:rPr>
              <a:t>Log Analytics</a:t>
            </a:r>
            <a:endParaRPr kumimoji="1" lang="ja-JP" altLang="en-US" sz="110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pic>
        <p:nvPicPr>
          <p:cNvPr id="57" name="グラフィックス 56">
            <a:extLst>
              <a:ext uri="{FF2B5EF4-FFF2-40B4-BE49-F238E27FC236}">
                <a16:creationId xmlns:a16="http://schemas.microsoft.com/office/drawing/2014/main" id="{9F554D9C-1EB3-D722-940A-B0D6C15BD87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7767875" y="5120665"/>
            <a:ext cx="279755" cy="279755"/>
          </a:xfrm>
          <a:prstGeom prst="rect">
            <a:avLst/>
          </a:prstGeom>
        </p:spPr>
      </p:pic>
      <p:sp>
        <p:nvSpPr>
          <p:cNvPr id="58" name="テキスト ボックス 57">
            <a:extLst>
              <a:ext uri="{FF2B5EF4-FFF2-40B4-BE49-F238E27FC236}">
                <a16:creationId xmlns:a16="http://schemas.microsoft.com/office/drawing/2014/main" id="{288C3622-AB48-C722-0D4C-E1FF81C03303}"/>
              </a:ext>
            </a:extLst>
          </p:cNvPr>
          <p:cNvSpPr txBox="1"/>
          <p:nvPr/>
        </p:nvSpPr>
        <p:spPr>
          <a:xfrm>
            <a:off x="7221856" y="5414306"/>
            <a:ext cx="1496211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ja-JP" sz="1100" dirty="0">
                <a:latin typeface="Segoe UI" panose="020B0502040204020203" pitchFamily="34" charset="0"/>
                <a:cs typeface="Segoe UI" panose="020B0502040204020203" pitchFamily="34" charset="0"/>
              </a:rPr>
              <a:t>Entra ID</a:t>
            </a:r>
            <a:endParaRPr kumimoji="1" lang="ja-JP" altLang="en-US" sz="110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pic>
        <p:nvPicPr>
          <p:cNvPr id="59" name="グラフィックス 58">
            <a:extLst>
              <a:ext uri="{FF2B5EF4-FFF2-40B4-BE49-F238E27FC236}">
                <a16:creationId xmlns:a16="http://schemas.microsoft.com/office/drawing/2014/main" id="{66AFFDA1-87B5-961A-AE4B-F3A57ABDE19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7789392" y="5726120"/>
            <a:ext cx="249843" cy="249843"/>
          </a:xfrm>
          <a:prstGeom prst="rect">
            <a:avLst/>
          </a:prstGeom>
        </p:spPr>
      </p:pic>
      <p:sp>
        <p:nvSpPr>
          <p:cNvPr id="60" name="テキスト ボックス 59">
            <a:extLst>
              <a:ext uri="{FF2B5EF4-FFF2-40B4-BE49-F238E27FC236}">
                <a16:creationId xmlns:a16="http://schemas.microsoft.com/office/drawing/2014/main" id="{D6DFEF69-8954-D5D8-0C58-CB8732163970}"/>
              </a:ext>
            </a:extLst>
          </p:cNvPr>
          <p:cNvSpPr txBox="1"/>
          <p:nvPr/>
        </p:nvSpPr>
        <p:spPr>
          <a:xfrm>
            <a:off x="7177972" y="5954942"/>
            <a:ext cx="1496211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ja-JP" sz="1100" dirty="0">
                <a:latin typeface="Segoe UI" panose="020B0502040204020203" pitchFamily="34" charset="0"/>
                <a:cs typeface="Segoe UI" panose="020B0502040204020203" pitchFamily="34" charset="0"/>
              </a:rPr>
              <a:t>Key Vault</a:t>
            </a:r>
            <a:endParaRPr kumimoji="1" lang="ja-JP" altLang="en-US" sz="110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63" name="テキスト ボックス 62">
            <a:extLst>
              <a:ext uri="{FF2B5EF4-FFF2-40B4-BE49-F238E27FC236}">
                <a16:creationId xmlns:a16="http://schemas.microsoft.com/office/drawing/2014/main" id="{6F6CCF43-8814-B195-1AE3-91F75BC6BAC4}"/>
              </a:ext>
            </a:extLst>
          </p:cNvPr>
          <p:cNvSpPr txBox="1"/>
          <p:nvPr/>
        </p:nvSpPr>
        <p:spPr>
          <a:xfrm>
            <a:off x="3950013" y="6269990"/>
            <a:ext cx="1312396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ja-JP" sz="1100" dirty="0">
                <a:latin typeface="Segoe UI" panose="020B0502040204020203" pitchFamily="34" charset="0"/>
                <a:cs typeface="Segoe UI" panose="020B0502040204020203" pitchFamily="34" charset="0"/>
              </a:rPr>
              <a:t>Availability Zone</a:t>
            </a:r>
            <a:r>
              <a:rPr kumimoji="1" lang="en-US" altLang="ja-JP" sz="11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altLang="ja-JP" sz="1100" dirty="0">
                <a:latin typeface="Segoe UI" panose="020B0502040204020203" pitchFamily="34" charset="0"/>
                <a:cs typeface="Segoe UI" panose="020B0502040204020203" pitchFamily="34" charset="0"/>
              </a:rPr>
              <a:t>2</a:t>
            </a:r>
            <a:endParaRPr kumimoji="1" lang="ja-JP" altLang="en-US" sz="110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pic>
        <p:nvPicPr>
          <p:cNvPr id="65" name="グラフィックス 64">
            <a:extLst>
              <a:ext uri="{FF2B5EF4-FFF2-40B4-BE49-F238E27FC236}">
                <a16:creationId xmlns:a16="http://schemas.microsoft.com/office/drawing/2014/main" id="{F1414F43-B109-1533-9EFA-F6368FAF1B4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3580889" y="2606599"/>
            <a:ext cx="344318" cy="344318"/>
          </a:xfrm>
          <a:prstGeom prst="rect">
            <a:avLst/>
          </a:prstGeom>
        </p:spPr>
      </p:pic>
      <p:pic>
        <p:nvPicPr>
          <p:cNvPr id="67" name="グラフィックス 66">
            <a:extLst>
              <a:ext uri="{FF2B5EF4-FFF2-40B4-BE49-F238E27FC236}">
                <a16:creationId xmlns:a16="http://schemas.microsoft.com/office/drawing/2014/main" id="{C51B79E2-C0A3-364C-355A-9607F495F7D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7753917" y="1981860"/>
            <a:ext cx="344319" cy="344319"/>
          </a:xfrm>
          <a:prstGeom prst="rect">
            <a:avLst/>
          </a:prstGeom>
        </p:spPr>
      </p:pic>
      <p:sp>
        <p:nvSpPr>
          <p:cNvPr id="68" name="テキスト ボックス 67">
            <a:extLst>
              <a:ext uri="{FF2B5EF4-FFF2-40B4-BE49-F238E27FC236}">
                <a16:creationId xmlns:a16="http://schemas.microsoft.com/office/drawing/2014/main" id="{D972C691-6BB9-0346-494D-F5E0350B242F}"/>
              </a:ext>
            </a:extLst>
          </p:cNvPr>
          <p:cNvSpPr txBox="1"/>
          <p:nvPr/>
        </p:nvSpPr>
        <p:spPr>
          <a:xfrm>
            <a:off x="7286502" y="2315347"/>
            <a:ext cx="131239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ja-JP" sz="1100" dirty="0">
                <a:latin typeface="Segoe UI" panose="020B0502040204020203" pitchFamily="34" charset="0"/>
                <a:cs typeface="Segoe UI" panose="020B0502040204020203" pitchFamily="34" charset="0"/>
              </a:rPr>
              <a:t>Bastion</a:t>
            </a:r>
            <a:endParaRPr kumimoji="1" lang="ja-JP" altLang="en-US" sz="110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pic>
        <p:nvPicPr>
          <p:cNvPr id="70" name="グラフィックス 69">
            <a:extLst>
              <a:ext uri="{FF2B5EF4-FFF2-40B4-BE49-F238E27FC236}">
                <a16:creationId xmlns:a16="http://schemas.microsoft.com/office/drawing/2014/main" id="{FA442354-5208-5FFA-1D32-BD19F9E26EA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3620223" y="2168558"/>
            <a:ext cx="258238" cy="258238"/>
          </a:xfrm>
          <a:prstGeom prst="rect">
            <a:avLst/>
          </a:prstGeom>
        </p:spPr>
      </p:pic>
      <p:cxnSp>
        <p:nvCxnSpPr>
          <p:cNvPr id="72" name="直線コネクタ 71">
            <a:extLst>
              <a:ext uri="{FF2B5EF4-FFF2-40B4-BE49-F238E27FC236}">
                <a16:creationId xmlns:a16="http://schemas.microsoft.com/office/drawing/2014/main" id="{00F4AA36-02A8-9E6D-D03A-BF855093B053}"/>
              </a:ext>
            </a:extLst>
          </p:cNvPr>
          <p:cNvCxnSpPr>
            <a:stCxn id="70" idx="2"/>
            <a:endCxn id="65" idx="0"/>
          </p:cNvCxnSpPr>
          <p:nvPr/>
        </p:nvCxnSpPr>
        <p:spPr>
          <a:xfrm>
            <a:off x="3749342" y="2426796"/>
            <a:ext cx="3706" cy="179803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3" name="テキスト ボックス 72">
            <a:extLst>
              <a:ext uri="{FF2B5EF4-FFF2-40B4-BE49-F238E27FC236}">
                <a16:creationId xmlns:a16="http://schemas.microsoft.com/office/drawing/2014/main" id="{2A9C52A9-76A2-D297-CF80-4B65500A6370}"/>
              </a:ext>
            </a:extLst>
          </p:cNvPr>
          <p:cNvSpPr txBox="1"/>
          <p:nvPr/>
        </p:nvSpPr>
        <p:spPr>
          <a:xfrm>
            <a:off x="3850077" y="2082465"/>
            <a:ext cx="1377323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sz="1100" dirty="0">
                <a:latin typeface="Segoe UI" panose="020B0502040204020203" pitchFamily="34" charset="0"/>
                <a:cs typeface="Segoe UI" panose="020B0502040204020203" pitchFamily="34" charset="0"/>
              </a:rPr>
              <a:t>Public IP</a:t>
            </a:r>
            <a:endParaRPr kumimoji="1" lang="ja-JP" altLang="en-US" sz="110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74" name="円/楕円 73">
            <a:extLst>
              <a:ext uri="{FF2B5EF4-FFF2-40B4-BE49-F238E27FC236}">
                <a16:creationId xmlns:a16="http://schemas.microsoft.com/office/drawing/2014/main" id="{0C601FE9-45D4-E6C7-B868-3BB494B5E4CD}"/>
              </a:ext>
            </a:extLst>
          </p:cNvPr>
          <p:cNvSpPr/>
          <p:nvPr/>
        </p:nvSpPr>
        <p:spPr>
          <a:xfrm>
            <a:off x="3106454" y="1064712"/>
            <a:ext cx="6751529" cy="663880"/>
          </a:xfrm>
          <a:prstGeom prst="ellipse">
            <a:avLst/>
          </a:prstGeom>
          <a:solidFill>
            <a:schemeClr val="tx2">
              <a:lumMod val="10000"/>
              <a:lumOff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dirty="0">
                <a:solidFill>
                  <a:schemeClr val="tx1"/>
                </a:solidFill>
              </a:rPr>
              <a:t>Internet</a:t>
            </a:r>
            <a:endParaRPr kumimoji="1" lang="ja-JP" altLang="en-US">
              <a:solidFill>
                <a:schemeClr val="tx1"/>
              </a:solidFill>
            </a:endParaRPr>
          </a:p>
        </p:txBody>
      </p:sp>
      <p:sp>
        <p:nvSpPr>
          <p:cNvPr id="75" name="角丸四角形 74">
            <a:extLst>
              <a:ext uri="{FF2B5EF4-FFF2-40B4-BE49-F238E27FC236}">
                <a16:creationId xmlns:a16="http://schemas.microsoft.com/office/drawing/2014/main" id="{9AF5E565-1661-2CC3-59D2-3E3E04916F95}"/>
              </a:ext>
            </a:extLst>
          </p:cNvPr>
          <p:cNvSpPr/>
          <p:nvPr/>
        </p:nvSpPr>
        <p:spPr>
          <a:xfrm>
            <a:off x="8717947" y="3124833"/>
            <a:ext cx="959453" cy="1865967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Azure</a:t>
            </a:r>
          </a:p>
          <a:p>
            <a:pPr algn="ctr"/>
            <a:r>
              <a:rPr lang="en-US" altLang="ja-JP" sz="1200" dirty="0">
                <a:solidFill>
                  <a:schemeClr val="tx1"/>
                </a:solidFill>
              </a:rPr>
              <a:t>Resource</a:t>
            </a:r>
          </a:p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Manager</a:t>
            </a:r>
            <a:endParaRPr kumimoji="1" lang="ja-JP" altLang="en-US" sz="1200">
              <a:solidFill>
                <a:schemeClr val="tx1"/>
              </a:solidFill>
            </a:endParaRPr>
          </a:p>
        </p:txBody>
      </p:sp>
      <p:pic>
        <p:nvPicPr>
          <p:cNvPr id="77" name="グラフィックス 76" descr="ユーザー 単色塗りつぶし">
            <a:extLst>
              <a:ext uri="{FF2B5EF4-FFF2-40B4-BE49-F238E27FC236}">
                <a16:creationId xmlns:a16="http://schemas.microsoft.com/office/drawing/2014/main" id="{16290A3B-48B1-5EC3-DE09-B1DC42E8668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3037268" y="0"/>
            <a:ext cx="914400" cy="914400"/>
          </a:xfrm>
          <a:prstGeom prst="rect">
            <a:avLst/>
          </a:prstGeom>
        </p:spPr>
      </p:pic>
      <p:sp>
        <p:nvSpPr>
          <p:cNvPr id="78" name="テキスト ボックス 77">
            <a:extLst>
              <a:ext uri="{FF2B5EF4-FFF2-40B4-BE49-F238E27FC236}">
                <a16:creationId xmlns:a16="http://schemas.microsoft.com/office/drawing/2014/main" id="{15F4ECF1-46F7-F89E-6746-D0BB802A597B}"/>
              </a:ext>
            </a:extLst>
          </p:cNvPr>
          <p:cNvSpPr txBox="1"/>
          <p:nvPr/>
        </p:nvSpPr>
        <p:spPr>
          <a:xfrm>
            <a:off x="2012220" y="344377"/>
            <a:ext cx="1377323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sz="1100" dirty="0">
                <a:latin typeface="Segoe UI" panose="020B0502040204020203" pitchFamily="34" charset="0"/>
                <a:cs typeface="Segoe UI" panose="020B0502040204020203" pitchFamily="34" charset="0"/>
              </a:rPr>
              <a:t>Public users</a:t>
            </a:r>
            <a:endParaRPr kumimoji="1" lang="ja-JP" altLang="en-US" sz="110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15">
            <p14:nvContentPartPr>
              <p14:cNvPr id="80" name="インク 79">
                <a:extLst>
                  <a:ext uri="{FF2B5EF4-FFF2-40B4-BE49-F238E27FC236}">
                    <a16:creationId xmlns:a16="http://schemas.microsoft.com/office/drawing/2014/main" id="{DD99B332-8124-7199-CCA4-FD458A995114}"/>
                  </a:ext>
                </a:extLst>
              </p14:cNvPr>
              <p14:cNvContentPartPr/>
              <p14:nvPr/>
            </p14:nvContentPartPr>
            <p14:xfrm>
              <a:off x="3619195" y="1875051"/>
              <a:ext cx="185040" cy="127800"/>
            </p14:xfrm>
          </p:contentPart>
        </mc:Choice>
        <mc:Fallback xmlns="">
          <p:pic>
            <p:nvPicPr>
              <p:cNvPr id="80" name="インク 79">
                <a:extLst>
                  <a:ext uri="{FF2B5EF4-FFF2-40B4-BE49-F238E27FC236}">
                    <a16:creationId xmlns:a16="http://schemas.microsoft.com/office/drawing/2014/main" id="{DD99B332-8124-7199-CCA4-FD458A995114}"/>
                  </a:ext>
                </a:extLst>
              </p:cNvPr>
              <p:cNvPicPr/>
              <p:nvPr/>
            </p:nvPicPr>
            <p:blipFill>
              <a:blip r:embed="rId16"/>
              <a:stretch>
                <a:fillRect/>
              </a:stretch>
            </p:blipFill>
            <p:spPr>
              <a:xfrm>
                <a:off x="3613075" y="1868914"/>
                <a:ext cx="197280" cy="140075"/>
              </a:xfrm>
              <a:prstGeom prst="rect">
                <a:avLst/>
              </a:prstGeom>
            </p:spPr>
          </p:pic>
        </mc:Fallback>
      </mc:AlternateContent>
      <p:sp>
        <p:nvSpPr>
          <p:cNvPr id="81" name="テキスト ボックス 80">
            <a:extLst>
              <a:ext uri="{FF2B5EF4-FFF2-40B4-BE49-F238E27FC236}">
                <a16:creationId xmlns:a16="http://schemas.microsoft.com/office/drawing/2014/main" id="{87219F47-FE07-CAD6-59B7-1C2A2E4764C3}"/>
              </a:ext>
            </a:extLst>
          </p:cNvPr>
          <p:cNvSpPr txBox="1"/>
          <p:nvPr/>
        </p:nvSpPr>
        <p:spPr>
          <a:xfrm>
            <a:off x="2212051" y="1117376"/>
            <a:ext cx="1726345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sz="1100" dirty="0">
                <a:solidFill>
                  <a:srgbClr val="FF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Access to the web application</a:t>
            </a:r>
            <a:endParaRPr kumimoji="1" lang="ja-JP" altLang="en-US" sz="1100">
              <a:solidFill>
                <a:srgbClr val="FF00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pic>
        <p:nvPicPr>
          <p:cNvPr id="83" name="グラフィックス 82" descr="ユーザー 枠線">
            <a:extLst>
              <a:ext uri="{FF2B5EF4-FFF2-40B4-BE49-F238E27FC236}">
                <a16:creationId xmlns:a16="http://schemas.microsoft.com/office/drawing/2014/main" id="{8B781213-572B-B5C9-EB99-42BD079E2F9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8717947" y="179614"/>
            <a:ext cx="555172" cy="555172"/>
          </a:xfrm>
          <a:prstGeom prst="rect">
            <a:avLst/>
          </a:prstGeom>
        </p:spPr>
      </p:pic>
      <p:sp>
        <p:nvSpPr>
          <p:cNvPr id="84" name="テキスト ボックス 83">
            <a:extLst>
              <a:ext uri="{FF2B5EF4-FFF2-40B4-BE49-F238E27FC236}">
                <a16:creationId xmlns:a16="http://schemas.microsoft.com/office/drawing/2014/main" id="{88630DB2-5CD5-B7F3-5A18-2EF3FD2A05C4}"/>
              </a:ext>
            </a:extLst>
          </p:cNvPr>
          <p:cNvSpPr txBox="1"/>
          <p:nvPr/>
        </p:nvSpPr>
        <p:spPr>
          <a:xfrm>
            <a:off x="9266259" y="326395"/>
            <a:ext cx="1377323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sz="1100" dirty="0">
                <a:latin typeface="Segoe UI" panose="020B0502040204020203" pitchFamily="34" charset="0"/>
                <a:cs typeface="Segoe UI" panose="020B0502040204020203" pitchFamily="34" charset="0"/>
              </a:rPr>
              <a:t>Developer</a:t>
            </a:r>
            <a:endParaRPr kumimoji="1" lang="ja-JP" altLang="en-US" sz="110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85" name="正方形/長方形 84">
            <a:extLst>
              <a:ext uri="{FF2B5EF4-FFF2-40B4-BE49-F238E27FC236}">
                <a16:creationId xmlns:a16="http://schemas.microsoft.com/office/drawing/2014/main" id="{B353FCD2-2C68-9F7C-1080-8CB464BAA804}"/>
              </a:ext>
            </a:extLst>
          </p:cNvPr>
          <p:cNvSpPr/>
          <p:nvPr/>
        </p:nvSpPr>
        <p:spPr>
          <a:xfrm>
            <a:off x="9030718" y="728748"/>
            <a:ext cx="1091932" cy="352723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>
                <a:shade val="1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050" dirty="0">
                <a:solidFill>
                  <a:schemeClr val="tx1"/>
                </a:solidFill>
              </a:rPr>
              <a:t>Azure CLI/</a:t>
            </a:r>
          </a:p>
          <a:p>
            <a:pPr algn="ctr"/>
            <a:r>
              <a:rPr kumimoji="1" lang="en-US" altLang="ja-JP" sz="1050" dirty="0">
                <a:solidFill>
                  <a:schemeClr val="tx1"/>
                </a:solidFill>
              </a:rPr>
              <a:t>Azure Portal</a:t>
            </a:r>
            <a:endParaRPr kumimoji="1" lang="ja-JP" altLang="en-US" sz="1050">
              <a:solidFill>
                <a:schemeClr val="tx1"/>
              </a:solidFill>
            </a:endParaRPr>
          </a:p>
        </p:txBody>
      </p:sp>
      <p:sp>
        <p:nvSpPr>
          <p:cNvPr id="86" name="正方形/長方形 85">
            <a:extLst>
              <a:ext uri="{FF2B5EF4-FFF2-40B4-BE49-F238E27FC236}">
                <a16:creationId xmlns:a16="http://schemas.microsoft.com/office/drawing/2014/main" id="{0C2BFBA5-5221-83BF-7907-1141C8A94E77}"/>
              </a:ext>
            </a:extLst>
          </p:cNvPr>
          <p:cNvSpPr/>
          <p:nvPr/>
        </p:nvSpPr>
        <p:spPr>
          <a:xfrm>
            <a:off x="7903601" y="728748"/>
            <a:ext cx="1091932" cy="352723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>
                <a:shade val="1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sz="1050" dirty="0">
                <a:solidFill>
                  <a:schemeClr val="tx1"/>
                </a:solidFill>
              </a:rPr>
              <a:t>Terminal w/ ssh</a:t>
            </a:r>
            <a:endParaRPr kumimoji="1" lang="ja-JP" altLang="en-US" sz="1050">
              <a:solidFill>
                <a:schemeClr val="tx1"/>
              </a:solidFill>
            </a:endParaRPr>
          </a:p>
        </p:txBody>
      </p:sp>
      <p:grpSp>
        <p:nvGrpSpPr>
          <p:cNvPr id="90" name="グループ化 89">
            <a:extLst>
              <a:ext uri="{FF2B5EF4-FFF2-40B4-BE49-F238E27FC236}">
                <a16:creationId xmlns:a16="http://schemas.microsoft.com/office/drawing/2014/main" id="{D1423849-037C-66CF-1579-0FAC64F93E64}"/>
              </a:ext>
            </a:extLst>
          </p:cNvPr>
          <p:cNvGrpSpPr/>
          <p:nvPr/>
        </p:nvGrpSpPr>
        <p:grpSpPr>
          <a:xfrm>
            <a:off x="9289011" y="1225251"/>
            <a:ext cx="309240" cy="1763640"/>
            <a:chOff x="9289011" y="1225251"/>
            <a:chExt cx="309240" cy="17636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8">
              <p14:nvContentPartPr>
                <p14:cNvPr id="87" name="インク 86">
                  <a:extLst>
                    <a:ext uri="{FF2B5EF4-FFF2-40B4-BE49-F238E27FC236}">
                      <a16:creationId xmlns:a16="http://schemas.microsoft.com/office/drawing/2014/main" id="{A760ACEE-DD23-9A32-2A58-3629FBA8185A}"/>
                    </a:ext>
                  </a:extLst>
                </p14:cNvPr>
                <p14:cNvContentPartPr/>
                <p14:nvPr/>
              </p14:nvContentPartPr>
              <p14:xfrm>
                <a:off x="9388011" y="1225251"/>
                <a:ext cx="210240" cy="1741680"/>
              </p14:xfrm>
            </p:contentPart>
          </mc:Choice>
          <mc:Fallback xmlns="">
            <p:pic>
              <p:nvPicPr>
                <p:cNvPr id="87" name="インク 86">
                  <a:extLst>
                    <a:ext uri="{FF2B5EF4-FFF2-40B4-BE49-F238E27FC236}">
                      <a16:creationId xmlns:a16="http://schemas.microsoft.com/office/drawing/2014/main" id="{A760ACEE-DD23-9A32-2A58-3629FBA8185A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9381891" y="1219131"/>
                  <a:ext cx="222480" cy="1753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">
              <p14:nvContentPartPr>
                <p14:cNvPr id="88" name="インク 87">
                  <a:extLst>
                    <a:ext uri="{FF2B5EF4-FFF2-40B4-BE49-F238E27FC236}">
                      <a16:creationId xmlns:a16="http://schemas.microsoft.com/office/drawing/2014/main" id="{1A03540C-10B8-71D4-277B-61EDB914B11F}"/>
                    </a:ext>
                  </a:extLst>
                </p14:cNvPr>
                <p14:cNvContentPartPr/>
                <p14:nvPr/>
              </p14:nvContentPartPr>
              <p14:xfrm>
                <a:off x="9289011" y="2829771"/>
                <a:ext cx="249120" cy="159120"/>
              </p14:xfrm>
            </p:contentPart>
          </mc:Choice>
          <mc:Fallback xmlns="">
            <p:pic>
              <p:nvPicPr>
                <p:cNvPr id="88" name="インク 87">
                  <a:extLst>
                    <a:ext uri="{FF2B5EF4-FFF2-40B4-BE49-F238E27FC236}">
                      <a16:creationId xmlns:a16="http://schemas.microsoft.com/office/drawing/2014/main" id="{1A03540C-10B8-71D4-277B-61EDB914B11F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9282891" y="2823651"/>
                  <a:ext cx="261360" cy="171360"/>
                </a:xfrm>
                <a:prstGeom prst="rect">
                  <a:avLst/>
                </a:prstGeom>
              </p:spPr>
            </p:pic>
          </mc:Fallback>
        </mc:AlternateContent>
      </p:grpSp>
      <p:sp>
        <p:nvSpPr>
          <p:cNvPr id="91" name="テキスト ボックス 90">
            <a:extLst>
              <a:ext uri="{FF2B5EF4-FFF2-40B4-BE49-F238E27FC236}">
                <a16:creationId xmlns:a16="http://schemas.microsoft.com/office/drawing/2014/main" id="{61D24455-D991-2960-4C65-992C444E37BE}"/>
              </a:ext>
            </a:extLst>
          </p:cNvPr>
          <p:cNvSpPr txBox="1"/>
          <p:nvPr/>
        </p:nvSpPr>
        <p:spPr>
          <a:xfrm>
            <a:off x="9697251" y="1278465"/>
            <a:ext cx="1726345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sz="1100" dirty="0">
                <a:solidFill>
                  <a:srgbClr val="FF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Deploy Azure resources</a:t>
            </a:r>
            <a:endParaRPr kumimoji="1" lang="ja-JP" altLang="en-US" sz="1100">
              <a:solidFill>
                <a:srgbClr val="FF00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8">
            <p14:nvContentPartPr>
              <p14:cNvPr id="92" name="インク 91">
                <a:extLst>
                  <a:ext uri="{FF2B5EF4-FFF2-40B4-BE49-F238E27FC236}">
                    <a16:creationId xmlns:a16="http://schemas.microsoft.com/office/drawing/2014/main" id="{C33690AC-DE26-F79C-11D7-08AC9FCB6949}"/>
                  </a:ext>
                </a:extLst>
              </p14:cNvPr>
              <p14:cNvContentPartPr/>
              <p14:nvPr/>
            </p14:nvContentPartPr>
            <p14:xfrm>
              <a:off x="8255451" y="1207251"/>
              <a:ext cx="337320" cy="994680"/>
            </p14:xfrm>
          </p:contentPart>
        </mc:Choice>
        <mc:Fallback xmlns="">
          <p:pic>
            <p:nvPicPr>
              <p:cNvPr id="92" name="インク 91">
                <a:extLst>
                  <a:ext uri="{FF2B5EF4-FFF2-40B4-BE49-F238E27FC236}">
                    <a16:creationId xmlns:a16="http://schemas.microsoft.com/office/drawing/2014/main" id="{C33690AC-DE26-F79C-11D7-08AC9FCB6949}"/>
                  </a:ext>
                </a:extLst>
              </p:cNvPr>
              <p:cNvPicPr/>
              <p:nvPr/>
            </p:nvPicPr>
            <p:blipFill>
              <a:blip r:embed="rId39"/>
              <a:stretch>
                <a:fillRect/>
              </a:stretch>
            </p:blipFill>
            <p:spPr>
              <a:xfrm>
                <a:off x="8249331" y="1201131"/>
                <a:ext cx="349560" cy="1006920"/>
              </a:xfrm>
              <a:prstGeom prst="rect">
                <a:avLst/>
              </a:prstGeom>
            </p:spPr>
          </p:pic>
        </mc:Fallback>
      </mc:AlternateContent>
      <p:sp>
        <p:nvSpPr>
          <p:cNvPr id="112" name="テキスト ボックス 111">
            <a:extLst>
              <a:ext uri="{FF2B5EF4-FFF2-40B4-BE49-F238E27FC236}">
                <a16:creationId xmlns:a16="http://schemas.microsoft.com/office/drawing/2014/main" id="{C1F7DE73-C89B-A3B3-55F9-3B74659430A4}"/>
              </a:ext>
            </a:extLst>
          </p:cNvPr>
          <p:cNvSpPr txBox="1"/>
          <p:nvPr/>
        </p:nvSpPr>
        <p:spPr>
          <a:xfrm>
            <a:off x="6926569" y="1397411"/>
            <a:ext cx="1726345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sz="1100" dirty="0">
                <a:solidFill>
                  <a:srgbClr val="FF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Configure VMs and implement applications</a:t>
            </a:r>
            <a:endParaRPr kumimoji="1" lang="ja-JP" altLang="en-US" sz="1100">
              <a:solidFill>
                <a:srgbClr val="FF00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pic>
        <p:nvPicPr>
          <p:cNvPr id="2" name="グラフィックス 1">
            <a:extLst>
              <a:ext uri="{FF2B5EF4-FFF2-40B4-BE49-F238E27FC236}">
                <a16:creationId xmlns:a16="http://schemas.microsoft.com/office/drawing/2014/main" id="{73ADDD17-5886-8302-054F-6C5873F5645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813649" y="5272959"/>
            <a:ext cx="376591" cy="376591"/>
          </a:xfrm>
          <a:prstGeom prst="rect">
            <a:avLst/>
          </a:prstGeom>
        </p:spPr>
      </p:pic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4FC61441-B47C-CBF2-8B5F-05683BDD6112}"/>
              </a:ext>
            </a:extLst>
          </p:cNvPr>
          <p:cNvSpPr txBox="1"/>
          <p:nvPr/>
        </p:nvSpPr>
        <p:spPr>
          <a:xfrm>
            <a:off x="5315885" y="5627895"/>
            <a:ext cx="131239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ja-JP" sz="1100" dirty="0">
                <a:latin typeface="Segoe UI" panose="020B0502040204020203" pitchFamily="34" charset="0"/>
                <a:cs typeface="Segoe UI" panose="020B0502040204020203" pitchFamily="34" charset="0"/>
              </a:rPr>
              <a:t>DB</a:t>
            </a:r>
            <a:r>
              <a:rPr kumimoji="1" lang="en-US" altLang="ja-JP" sz="1100" dirty="0">
                <a:latin typeface="Segoe UI" panose="020B0502040204020203" pitchFamily="34" charset="0"/>
                <a:cs typeface="Segoe UI" panose="020B0502040204020203" pitchFamily="34" charset="0"/>
              </a:rPr>
              <a:t> VM</a:t>
            </a:r>
            <a:endParaRPr kumimoji="1" lang="ja-JP" altLang="en-US" sz="110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pic>
        <p:nvPicPr>
          <p:cNvPr id="14" name="グラフィックス 13">
            <a:extLst>
              <a:ext uri="{FF2B5EF4-FFF2-40B4-BE49-F238E27FC236}">
                <a16:creationId xmlns:a16="http://schemas.microsoft.com/office/drawing/2014/main" id="{9624730A-E6DD-F9BA-F975-00AD5BC2C40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449428" y="5374004"/>
            <a:ext cx="279755" cy="279755"/>
          </a:xfrm>
          <a:prstGeom prst="rect">
            <a:avLst/>
          </a:prstGeom>
        </p:spPr>
      </p:pic>
      <p:sp>
        <p:nvSpPr>
          <p:cNvPr id="47" name="テキスト ボックス 46">
            <a:extLst>
              <a:ext uri="{FF2B5EF4-FFF2-40B4-BE49-F238E27FC236}">
                <a16:creationId xmlns:a16="http://schemas.microsoft.com/office/drawing/2014/main" id="{617298C3-5A78-9A8F-4B55-1731E2C686BF}"/>
              </a:ext>
            </a:extLst>
          </p:cNvPr>
          <p:cNvSpPr txBox="1"/>
          <p:nvPr/>
        </p:nvSpPr>
        <p:spPr>
          <a:xfrm>
            <a:off x="6309768" y="5617124"/>
            <a:ext cx="541601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ja-JP" sz="1100" dirty="0">
                <a:latin typeface="Segoe UI" panose="020B0502040204020203" pitchFamily="34" charset="0"/>
                <a:cs typeface="Segoe UI" panose="020B0502040204020203" pitchFamily="34" charset="0"/>
              </a:rPr>
              <a:t>Disk</a:t>
            </a:r>
            <a:endParaRPr kumimoji="1" lang="ja-JP" altLang="en-US" sz="110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51" name="正方形/長方形 50">
            <a:extLst>
              <a:ext uri="{FF2B5EF4-FFF2-40B4-BE49-F238E27FC236}">
                <a16:creationId xmlns:a16="http://schemas.microsoft.com/office/drawing/2014/main" id="{941098FC-9B56-3BE1-F637-4CB000FBAA91}"/>
              </a:ext>
            </a:extLst>
          </p:cNvPr>
          <p:cNvSpPr/>
          <p:nvPr/>
        </p:nvSpPr>
        <p:spPr>
          <a:xfrm>
            <a:off x="5497862" y="1978147"/>
            <a:ext cx="1482764" cy="4768676"/>
          </a:xfrm>
          <a:prstGeom prst="rect">
            <a:avLst/>
          </a:prstGeom>
          <a:noFill/>
          <a:ln>
            <a:solidFill>
              <a:schemeClr val="bg2">
                <a:lumMod val="75000"/>
              </a:schemeClr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52" name="テキスト ボックス 51">
            <a:extLst>
              <a:ext uri="{FF2B5EF4-FFF2-40B4-BE49-F238E27FC236}">
                <a16:creationId xmlns:a16="http://schemas.microsoft.com/office/drawing/2014/main" id="{6DB9852C-2C34-9F38-9871-A1FF2D15ED03}"/>
              </a:ext>
            </a:extLst>
          </p:cNvPr>
          <p:cNvSpPr txBox="1"/>
          <p:nvPr/>
        </p:nvSpPr>
        <p:spPr>
          <a:xfrm>
            <a:off x="5587544" y="6266277"/>
            <a:ext cx="1312396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ja-JP" sz="1100" dirty="0">
                <a:latin typeface="Segoe UI" panose="020B0502040204020203" pitchFamily="34" charset="0"/>
                <a:cs typeface="Segoe UI" panose="020B0502040204020203" pitchFamily="34" charset="0"/>
              </a:rPr>
              <a:t>Availability Zone</a:t>
            </a:r>
            <a:r>
              <a:rPr kumimoji="1" lang="en-US" altLang="ja-JP" sz="11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</a:p>
          <a:p>
            <a:pPr algn="ctr"/>
            <a:r>
              <a:rPr lang="en-US" altLang="ja-JP" sz="1100" dirty="0">
                <a:latin typeface="Segoe UI" panose="020B0502040204020203" pitchFamily="34" charset="0"/>
                <a:cs typeface="Segoe UI" panose="020B0502040204020203" pitchFamily="34" charset="0"/>
              </a:rPr>
              <a:t>3</a:t>
            </a:r>
            <a:endParaRPr kumimoji="1" lang="ja-JP" altLang="en-US" sz="110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40">
            <p14:nvContentPartPr>
              <p14:cNvPr id="61" name="インク 60">
                <a:extLst>
                  <a:ext uri="{FF2B5EF4-FFF2-40B4-BE49-F238E27FC236}">
                    <a16:creationId xmlns:a16="http://schemas.microsoft.com/office/drawing/2014/main" id="{BFE2C54A-3049-D221-F8D8-4D89ED8063B3}"/>
                  </a:ext>
                </a:extLst>
              </p14:cNvPr>
              <p14:cNvContentPartPr/>
              <p14:nvPr/>
            </p14:nvContentPartPr>
            <p14:xfrm>
              <a:off x="3455394" y="840460"/>
              <a:ext cx="312120" cy="1148040"/>
            </p14:xfrm>
          </p:contentPart>
        </mc:Choice>
        <mc:Fallback xmlns="">
          <p:pic>
            <p:nvPicPr>
              <p:cNvPr id="61" name="インク 60">
                <a:extLst>
                  <a:ext uri="{FF2B5EF4-FFF2-40B4-BE49-F238E27FC236}">
                    <a16:creationId xmlns:a16="http://schemas.microsoft.com/office/drawing/2014/main" id="{BFE2C54A-3049-D221-F8D8-4D89ED8063B3}"/>
                  </a:ext>
                </a:extLst>
              </p:cNvPr>
              <p:cNvPicPr/>
              <p:nvPr/>
            </p:nvPicPr>
            <p:blipFill>
              <a:blip r:embed="rId53"/>
              <a:stretch>
                <a:fillRect/>
              </a:stretch>
            </p:blipFill>
            <p:spPr>
              <a:xfrm>
                <a:off x="3449274" y="834340"/>
                <a:ext cx="324360" cy="1160280"/>
              </a:xfrm>
              <a:prstGeom prst="rect">
                <a:avLst/>
              </a:prstGeom>
            </p:spPr>
          </p:pic>
        </mc:Fallback>
      </mc:AlternateContent>
      <p:grpSp>
        <p:nvGrpSpPr>
          <p:cNvPr id="95" name="グループ化 94">
            <a:extLst>
              <a:ext uri="{FF2B5EF4-FFF2-40B4-BE49-F238E27FC236}">
                <a16:creationId xmlns:a16="http://schemas.microsoft.com/office/drawing/2014/main" id="{33ABB41D-3959-F9B6-4134-E4663DCC3208}"/>
              </a:ext>
            </a:extLst>
          </p:cNvPr>
          <p:cNvGrpSpPr/>
          <p:nvPr/>
        </p:nvGrpSpPr>
        <p:grpSpPr>
          <a:xfrm>
            <a:off x="4794193" y="2268551"/>
            <a:ext cx="2861640" cy="1922760"/>
            <a:chOff x="4794193" y="2268551"/>
            <a:chExt cx="2861640" cy="19227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54">
              <p14:nvContentPartPr>
                <p14:cNvPr id="64" name="インク 63">
                  <a:extLst>
                    <a:ext uri="{FF2B5EF4-FFF2-40B4-BE49-F238E27FC236}">
                      <a16:creationId xmlns:a16="http://schemas.microsoft.com/office/drawing/2014/main" id="{026E97D6-B6DA-113F-CC56-C2D516EB8802}"/>
                    </a:ext>
                  </a:extLst>
                </p14:cNvPr>
                <p14:cNvContentPartPr/>
                <p14:nvPr/>
              </p14:nvContentPartPr>
              <p14:xfrm>
                <a:off x="4884913" y="2268551"/>
                <a:ext cx="2770920" cy="847800"/>
              </p14:xfrm>
            </p:contentPart>
          </mc:Choice>
          <mc:Fallback>
            <p:pic>
              <p:nvPicPr>
                <p:cNvPr id="64" name="インク 63">
                  <a:extLst>
                    <a:ext uri="{FF2B5EF4-FFF2-40B4-BE49-F238E27FC236}">
                      <a16:creationId xmlns:a16="http://schemas.microsoft.com/office/drawing/2014/main" id="{026E97D6-B6DA-113F-CC56-C2D516EB8802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4878793" y="2262431"/>
                  <a:ext cx="2783160" cy="860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6">
              <p14:nvContentPartPr>
                <p14:cNvPr id="66" name="インク 65">
                  <a:extLst>
                    <a:ext uri="{FF2B5EF4-FFF2-40B4-BE49-F238E27FC236}">
                      <a16:creationId xmlns:a16="http://schemas.microsoft.com/office/drawing/2014/main" id="{C6817757-9D47-82EF-0698-E4E02B333BBE}"/>
                    </a:ext>
                  </a:extLst>
                </p14:cNvPr>
                <p14:cNvContentPartPr/>
                <p14:nvPr/>
              </p14:nvContentPartPr>
              <p14:xfrm>
                <a:off x="4794553" y="3028871"/>
                <a:ext cx="148320" cy="149400"/>
              </p14:xfrm>
            </p:contentPart>
          </mc:Choice>
          <mc:Fallback>
            <p:pic>
              <p:nvPicPr>
                <p:cNvPr id="66" name="インク 65">
                  <a:extLst>
                    <a:ext uri="{FF2B5EF4-FFF2-40B4-BE49-F238E27FC236}">
                      <a16:creationId xmlns:a16="http://schemas.microsoft.com/office/drawing/2014/main" id="{C6817757-9D47-82EF-0698-E4E02B333BBE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4788433" y="3022751"/>
                  <a:ext cx="160560" cy="161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8">
              <p14:nvContentPartPr>
                <p14:cNvPr id="76" name="インク 75">
                  <a:extLst>
                    <a:ext uri="{FF2B5EF4-FFF2-40B4-BE49-F238E27FC236}">
                      <a16:creationId xmlns:a16="http://schemas.microsoft.com/office/drawing/2014/main" id="{01B413A9-0224-5E76-8D34-A9ACE0ADA05B}"/>
                    </a:ext>
                  </a:extLst>
                </p14:cNvPr>
                <p14:cNvContentPartPr/>
                <p14:nvPr/>
              </p14:nvContentPartPr>
              <p14:xfrm>
                <a:off x="4875913" y="2739431"/>
                <a:ext cx="1705680" cy="1430640"/>
              </p14:xfrm>
            </p:contentPart>
          </mc:Choice>
          <mc:Fallback>
            <p:pic>
              <p:nvPicPr>
                <p:cNvPr id="76" name="インク 75">
                  <a:extLst>
                    <a:ext uri="{FF2B5EF4-FFF2-40B4-BE49-F238E27FC236}">
                      <a16:creationId xmlns:a16="http://schemas.microsoft.com/office/drawing/2014/main" id="{01B413A9-0224-5E76-8D34-A9ACE0ADA05B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4869793" y="2733311"/>
                  <a:ext cx="1717920" cy="1442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0">
              <p14:nvContentPartPr>
                <p14:cNvPr id="89" name="インク 88">
                  <a:extLst>
                    <a:ext uri="{FF2B5EF4-FFF2-40B4-BE49-F238E27FC236}">
                      <a16:creationId xmlns:a16="http://schemas.microsoft.com/office/drawing/2014/main" id="{9C51420E-4F71-3A9E-C02B-24CF12A089DF}"/>
                    </a:ext>
                  </a:extLst>
                </p14:cNvPr>
                <p14:cNvContentPartPr/>
                <p14:nvPr/>
              </p14:nvContentPartPr>
              <p14:xfrm>
                <a:off x="4794193" y="4086551"/>
                <a:ext cx="150480" cy="104760"/>
              </p14:xfrm>
            </p:contentPart>
          </mc:Choice>
          <mc:Fallback>
            <p:pic>
              <p:nvPicPr>
                <p:cNvPr id="89" name="インク 88">
                  <a:extLst>
                    <a:ext uri="{FF2B5EF4-FFF2-40B4-BE49-F238E27FC236}">
                      <a16:creationId xmlns:a16="http://schemas.microsoft.com/office/drawing/2014/main" id="{9C51420E-4F71-3A9E-C02B-24CF12A089DF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4788073" y="4080431"/>
                  <a:ext cx="162720" cy="1170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01" name="グループ化 100">
            <a:extLst>
              <a:ext uri="{FF2B5EF4-FFF2-40B4-BE49-F238E27FC236}">
                <a16:creationId xmlns:a16="http://schemas.microsoft.com/office/drawing/2014/main" id="{9D1BD9E1-72AD-25F6-4591-327EBE371B4A}"/>
              </a:ext>
            </a:extLst>
          </p:cNvPr>
          <p:cNvGrpSpPr/>
          <p:nvPr/>
        </p:nvGrpSpPr>
        <p:grpSpPr>
          <a:xfrm>
            <a:off x="5974993" y="3921311"/>
            <a:ext cx="496440" cy="1271880"/>
            <a:chOff x="5974993" y="3921311"/>
            <a:chExt cx="496440" cy="12718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62">
              <p14:nvContentPartPr>
                <p14:cNvPr id="97" name="インク 96">
                  <a:extLst>
                    <a:ext uri="{FF2B5EF4-FFF2-40B4-BE49-F238E27FC236}">
                      <a16:creationId xmlns:a16="http://schemas.microsoft.com/office/drawing/2014/main" id="{B5ABA8AF-01D5-0516-196B-C6E82283EA22}"/>
                    </a:ext>
                  </a:extLst>
                </p14:cNvPr>
                <p14:cNvContentPartPr/>
                <p14:nvPr/>
              </p14:nvContentPartPr>
              <p14:xfrm>
                <a:off x="6009913" y="3921311"/>
                <a:ext cx="461520" cy="1223280"/>
              </p14:xfrm>
            </p:contentPart>
          </mc:Choice>
          <mc:Fallback>
            <p:pic>
              <p:nvPicPr>
                <p:cNvPr id="97" name="インク 96">
                  <a:extLst>
                    <a:ext uri="{FF2B5EF4-FFF2-40B4-BE49-F238E27FC236}">
                      <a16:creationId xmlns:a16="http://schemas.microsoft.com/office/drawing/2014/main" id="{B5ABA8AF-01D5-0516-196B-C6E82283EA22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6003793" y="3915191"/>
                  <a:ext cx="473760" cy="1235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4">
              <p14:nvContentPartPr>
                <p14:cNvPr id="98" name="インク 97">
                  <a:extLst>
                    <a:ext uri="{FF2B5EF4-FFF2-40B4-BE49-F238E27FC236}">
                      <a16:creationId xmlns:a16="http://schemas.microsoft.com/office/drawing/2014/main" id="{9B24D881-1844-7B11-8084-BF5041C25A85}"/>
                    </a:ext>
                  </a:extLst>
                </p14:cNvPr>
                <p14:cNvContentPartPr/>
                <p14:nvPr/>
              </p14:nvContentPartPr>
              <p14:xfrm>
                <a:off x="5974993" y="5050631"/>
                <a:ext cx="255240" cy="142560"/>
              </p14:xfrm>
            </p:contentPart>
          </mc:Choice>
          <mc:Fallback>
            <p:pic>
              <p:nvPicPr>
                <p:cNvPr id="98" name="インク 97">
                  <a:extLst>
                    <a:ext uri="{FF2B5EF4-FFF2-40B4-BE49-F238E27FC236}">
                      <a16:creationId xmlns:a16="http://schemas.microsoft.com/office/drawing/2014/main" id="{9B24D881-1844-7B11-8084-BF5041C25A85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5968873" y="5044511"/>
                  <a:ext cx="267480" cy="15480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195489579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defa4170-0d19-0005-0001-bc88714345d2}" enabled="1" method="Privileged" siteId="{a65eb34c-2a57-48cb-b63f-cc2561b88dd4}" contentBits="0" removed="0"/>
  <clbl:label id="{f42aa342-8706-4288-bd11-ebb85995028c}" enabled="1" method="Standard" siteId="{72f988bf-86f1-41af-91ab-2d7cd011db47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209</TotalTime>
  <Words>89</Words>
  <Application>Microsoft Macintosh PowerPoint</Application>
  <PresentationFormat>ワイド画面</PresentationFormat>
  <Paragraphs>45</Paragraphs>
  <Slides>1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4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1</vt:i4>
      </vt:variant>
    </vt:vector>
  </HeadingPairs>
  <TitlesOfParts>
    <vt:vector size="6" baseType="lpstr">
      <vt:lpstr>游ゴシック</vt:lpstr>
      <vt:lpstr>游ゴシック Light</vt:lpstr>
      <vt:lpstr>Arial</vt:lpstr>
      <vt:lpstr>Segoe UI</vt:lpstr>
      <vt:lpstr>Office テーマ</vt:lpstr>
      <vt:lpstr>PowerPoint プレゼンテーション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Hironari Yamada</dc:creator>
  <cp:lastModifiedBy>Hironari Yamada</cp:lastModifiedBy>
  <cp:revision>5</cp:revision>
  <dcterms:created xsi:type="dcterms:W3CDTF">2026-01-13T01:58:58Z</dcterms:created>
  <dcterms:modified xsi:type="dcterms:W3CDTF">2026-10-08T07:11:49Z</dcterms:modified>
</cp:coreProperties>
</file>